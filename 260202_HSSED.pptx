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1"/>
  </p:notesMasterIdLst>
  <p:handoutMasterIdLst>
    <p:handoutMasterId r:id="rId12"/>
  </p:handoutMasterIdLst>
  <p:sldIdLst>
    <p:sldId id="5359" r:id="rId5"/>
    <p:sldId id="5350" r:id="rId6"/>
    <p:sldId id="5349" r:id="rId7"/>
    <p:sldId id="5339" r:id="rId8"/>
    <p:sldId id="5341" r:id="rId9"/>
    <p:sldId id="534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p:cViewPr varScale="1">
        <p:scale>
          <a:sx n="150" d="100"/>
          <a:sy n="150" d="100"/>
        </p:scale>
        <p:origin x="70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7220BF-3AB5-46C6-DB4C-4BC27F3EEF6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843B37A-63E6-7268-A2A0-D3E8AF9B7A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DDEF31-9A11-4F0A-A620-7EBF3C796633}" type="datetimeFigureOut">
              <a:rPr lang="en-US" smtClean="0"/>
              <a:t>2/7/2026</a:t>
            </a:fld>
            <a:endParaRPr lang="en-US"/>
          </a:p>
        </p:txBody>
      </p:sp>
      <p:sp>
        <p:nvSpPr>
          <p:cNvPr id="4" name="Footer Placeholder 3">
            <a:extLst>
              <a:ext uri="{FF2B5EF4-FFF2-40B4-BE49-F238E27FC236}">
                <a16:creationId xmlns:a16="http://schemas.microsoft.com/office/drawing/2014/main" id="{E5835112-1A19-8C7A-9BB4-AC27120953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34AD0A-8A08-DAE4-DFA9-08E9E105ED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354DCD-5C0E-48F6-8CD8-DB450017CB32}" type="slidenum">
              <a:rPr lang="en-US" smtClean="0"/>
              <a:t>‹#›</a:t>
            </a:fld>
            <a:endParaRPr lang="en-US"/>
          </a:p>
        </p:txBody>
      </p:sp>
    </p:spTree>
    <p:extLst>
      <p:ext uri="{BB962C8B-B14F-4D97-AF65-F5344CB8AC3E}">
        <p14:creationId xmlns:p14="http://schemas.microsoft.com/office/powerpoint/2010/main" val="29351946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F70D0-9B73-4970-9F89-55AA4047F8EA}"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3BCFC-60FB-4FD5-8C3B-73C6C4394E5C}" type="slidenum">
              <a:rPr lang="en-US" smtClean="0"/>
              <a:t>‹#›</a:t>
            </a:fld>
            <a:endParaRPr lang="en-US"/>
          </a:p>
        </p:txBody>
      </p:sp>
    </p:spTree>
    <p:extLst>
      <p:ext uri="{BB962C8B-B14F-4D97-AF65-F5344CB8AC3E}">
        <p14:creationId xmlns:p14="http://schemas.microsoft.com/office/powerpoint/2010/main" val="38161846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C711C-32FD-4634-840F-4E9AE6280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1A5C-C59A-A1A1-6BB1-F1D44E65F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7E456-7024-6514-34AF-79250B620800}"/>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090F74CF-3A34-EB5D-494A-2052F6A3F925}"/>
              </a:ext>
            </a:extLst>
          </p:cNvPr>
          <p:cNvSpPr>
            <a:spLocks noGrp="1"/>
          </p:cNvSpPr>
          <p:nvPr>
            <p:ph type="sldNum" sz="quarter" idx="5"/>
          </p:nvPr>
        </p:nvSpPr>
        <p:spPr/>
        <p:txBody>
          <a:bodyPr/>
          <a:lstStyle/>
          <a:p>
            <a:fld id="{A2260BDC-CE99-4E95-A1B2-1B6BB85749A8}" type="slidenum">
              <a:rPr lang="aa-ET" smtClean="0"/>
              <a:t>2</a:t>
            </a:fld>
            <a:endParaRPr lang="aa-ET"/>
          </a:p>
        </p:txBody>
      </p:sp>
    </p:spTree>
    <p:extLst>
      <p:ext uri="{BB962C8B-B14F-4D97-AF65-F5344CB8AC3E}">
        <p14:creationId xmlns:p14="http://schemas.microsoft.com/office/powerpoint/2010/main" val="1651651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55C3A-F3DC-42C0-D7AD-E2739A647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F89F6-AF22-1EFF-71DB-EE9229616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77103-25CA-33D8-C9E7-44539D81D167}"/>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996E2362-F562-06FB-4413-D770C5B9A1BF}"/>
              </a:ext>
            </a:extLst>
          </p:cNvPr>
          <p:cNvSpPr>
            <a:spLocks noGrp="1"/>
          </p:cNvSpPr>
          <p:nvPr>
            <p:ph type="sldNum" sz="quarter" idx="5"/>
          </p:nvPr>
        </p:nvSpPr>
        <p:spPr/>
        <p:txBody>
          <a:bodyPr/>
          <a:lstStyle/>
          <a:p>
            <a:fld id="{A2260BDC-CE99-4E95-A1B2-1B6BB85749A8}" type="slidenum">
              <a:rPr lang="aa-ET" smtClean="0"/>
              <a:t>3</a:t>
            </a:fld>
            <a:endParaRPr lang="aa-ET"/>
          </a:p>
        </p:txBody>
      </p:sp>
    </p:spTree>
    <p:extLst>
      <p:ext uri="{BB962C8B-B14F-4D97-AF65-F5344CB8AC3E}">
        <p14:creationId xmlns:p14="http://schemas.microsoft.com/office/powerpoint/2010/main" val="482439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3A645-651E-71F1-7A9B-F4E2B5872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E4A32-259F-DF9B-EC35-85EC3712E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30A5D-F56B-C9FC-5DF3-516FECE4D1D5}"/>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C08B375C-956C-71C8-68D4-A309E6C68EC0}"/>
              </a:ext>
            </a:extLst>
          </p:cNvPr>
          <p:cNvSpPr>
            <a:spLocks noGrp="1"/>
          </p:cNvSpPr>
          <p:nvPr>
            <p:ph type="sldNum" sz="quarter" idx="5"/>
          </p:nvPr>
        </p:nvSpPr>
        <p:spPr/>
        <p:txBody>
          <a:bodyPr/>
          <a:lstStyle/>
          <a:p>
            <a:fld id="{A2260BDC-CE99-4E95-A1B2-1B6BB85749A8}" type="slidenum">
              <a:rPr lang="aa-ET" smtClean="0"/>
              <a:t>4</a:t>
            </a:fld>
            <a:endParaRPr lang="aa-ET"/>
          </a:p>
        </p:txBody>
      </p:sp>
    </p:spTree>
    <p:extLst>
      <p:ext uri="{BB962C8B-B14F-4D97-AF65-F5344CB8AC3E}">
        <p14:creationId xmlns:p14="http://schemas.microsoft.com/office/powerpoint/2010/main" val="524344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F89B-BEE9-EEFB-CBF7-78A97B282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5FD88-8506-442A-CCAA-76AE463E9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8C250-3218-C5E2-131D-6ABFF0AEC4A3}"/>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F6B605E2-D3B7-E228-97E1-B7CB15E75829}"/>
              </a:ext>
            </a:extLst>
          </p:cNvPr>
          <p:cNvSpPr>
            <a:spLocks noGrp="1"/>
          </p:cNvSpPr>
          <p:nvPr>
            <p:ph type="sldNum" sz="quarter" idx="5"/>
          </p:nvPr>
        </p:nvSpPr>
        <p:spPr/>
        <p:txBody>
          <a:bodyPr/>
          <a:lstStyle/>
          <a:p>
            <a:fld id="{A2260BDC-CE99-4E95-A1B2-1B6BB85749A8}" type="slidenum">
              <a:rPr lang="aa-ET" smtClean="0"/>
              <a:t>5</a:t>
            </a:fld>
            <a:endParaRPr lang="aa-ET"/>
          </a:p>
        </p:txBody>
      </p:sp>
    </p:spTree>
    <p:extLst>
      <p:ext uri="{BB962C8B-B14F-4D97-AF65-F5344CB8AC3E}">
        <p14:creationId xmlns:p14="http://schemas.microsoft.com/office/powerpoint/2010/main" val="945706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43F32-E09A-051E-27A4-C186237BA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640A1-E99A-8950-E233-FFC62E74C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BCFE1-161B-E266-04D5-5218F0330C0F}"/>
              </a:ext>
            </a:extLst>
          </p:cNvPr>
          <p:cNvSpPr>
            <a:spLocks noGrp="1"/>
          </p:cNvSpPr>
          <p:nvPr>
            <p:ph type="body" idx="1"/>
          </p:nvPr>
        </p:nvSpPr>
        <p:spPr/>
        <p:txBody>
          <a:bodyPr/>
          <a:lstStyle/>
          <a:p>
            <a:r>
              <a:rPr lang="en-US" dirty="0"/>
              <a:t>120+DIR+TGA Tech Assistant=122+179425 extra approved by MD later in April-2025</a:t>
            </a:r>
          </a:p>
        </p:txBody>
      </p:sp>
      <p:sp>
        <p:nvSpPr>
          <p:cNvPr id="4" name="Slide Number Placeholder 3">
            <a:extLst>
              <a:ext uri="{FF2B5EF4-FFF2-40B4-BE49-F238E27FC236}">
                <a16:creationId xmlns:a16="http://schemas.microsoft.com/office/drawing/2014/main" id="{85327C13-1381-2CF4-28E9-7833584ADF85}"/>
              </a:ext>
            </a:extLst>
          </p:cNvPr>
          <p:cNvSpPr>
            <a:spLocks noGrp="1"/>
          </p:cNvSpPr>
          <p:nvPr>
            <p:ph type="sldNum" sz="quarter" idx="5"/>
          </p:nvPr>
        </p:nvSpPr>
        <p:spPr/>
        <p:txBody>
          <a:bodyPr/>
          <a:lstStyle/>
          <a:p>
            <a:fld id="{A2260BDC-CE99-4E95-A1B2-1B6BB85749A8}" type="slidenum">
              <a:rPr lang="aa-ET" smtClean="0"/>
              <a:t>6</a:t>
            </a:fld>
            <a:endParaRPr lang="aa-ET"/>
          </a:p>
        </p:txBody>
      </p:sp>
    </p:spTree>
    <p:extLst>
      <p:ext uri="{BB962C8B-B14F-4D97-AF65-F5344CB8AC3E}">
        <p14:creationId xmlns:p14="http://schemas.microsoft.com/office/powerpoint/2010/main" val="15643933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linkedin.com/company/ncoc/" TargetMode="External"/><Relationship Id="rId7" Type="http://schemas.openxmlformats.org/officeDocument/2006/relationships/hyperlink" Target="https://www.facebook.com/ncoc.kz"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www.ncoc.kz/" TargetMode="Externa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sp>
        <p:nvSpPr>
          <p:cNvPr id="10" name="object 8">
            <a:extLst>
              <a:ext uri="{FF2B5EF4-FFF2-40B4-BE49-F238E27FC236}">
                <a16:creationId xmlns:a16="http://schemas.microsoft.com/office/drawing/2014/main" id="{1ED1EBCD-8FBF-438C-9C8F-05378092E82B}"/>
              </a:ext>
            </a:extLst>
          </p:cNvPr>
          <p:cNvSpPr txBox="1"/>
          <p:nvPr userDrawn="1"/>
        </p:nvSpPr>
        <p:spPr>
          <a:xfrm>
            <a:off x="659197"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11" name="Text Placeholder 10">
            <a:extLst>
              <a:ext uri="{FF2B5EF4-FFF2-40B4-BE49-F238E27FC236}">
                <a16:creationId xmlns:a16="http://schemas.microsoft.com/office/drawing/2014/main" id="{B7444037-0E23-4774-A8D8-C1BAB4D1088E}"/>
              </a:ext>
            </a:extLst>
          </p:cNvPr>
          <p:cNvSpPr>
            <a:spLocks noGrp="1"/>
          </p:cNvSpPr>
          <p:nvPr>
            <p:ph type="body" sz="quarter" idx="10" hasCustomPrompt="1"/>
          </p:nvPr>
        </p:nvSpPr>
        <p:spPr>
          <a:xfrm>
            <a:off x="659197" y="2817710"/>
            <a:ext cx="7947885" cy="777672"/>
          </a:xfrm>
          <a:prstGeom prst="rect">
            <a:avLst/>
          </a:prstGeom>
        </p:spPr>
        <p:txBody>
          <a:bodyPr anchor="ctr"/>
          <a:lstStyle>
            <a:lvl1pPr marL="0" indent="0">
              <a:buNone/>
              <a:defRPr kumimoji="0" lang="en-US" sz="4852" b="1" i="0" u="none" strike="noStrike" kern="0" cap="none" spc="0" normalizeH="0" baseline="0" dirty="0" smtClean="0">
                <a:ln>
                  <a:noFill/>
                </a:ln>
                <a:solidFill>
                  <a:srgbClr val="008FD1"/>
                </a:solidFill>
                <a:effectLst/>
                <a:uLnTx/>
                <a:uFillTx/>
                <a:latin typeface="Segoe UI Black" panose="020B0A02040204020203" pitchFamily="34" charset="0"/>
                <a:ea typeface="+mj-ea"/>
                <a:cs typeface="Segoe UI"/>
              </a:defRPr>
            </a:lvl1pPr>
            <a:lvl2pPr marL="277250" indent="0">
              <a:buNone/>
              <a:defRPr/>
            </a:lvl2pPr>
          </a:lstStyle>
          <a:p>
            <a:pPr lvl="0"/>
            <a:r>
              <a:rPr lang="en-US" dirty="0"/>
              <a:t>PRESENTATION TITLE</a:t>
            </a:r>
          </a:p>
        </p:txBody>
      </p:sp>
      <p:sp>
        <p:nvSpPr>
          <p:cNvPr id="21" name="Text Placeholder 20">
            <a:extLst>
              <a:ext uri="{FF2B5EF4-FFF2-40B4-BE49-F238E27FC236}">
                <a16:creationId xmlns:a16="http://schemas.microsoft.com/office/drawing/2014/main" id="{D9DC0FFB-1D8C-4B14-945D-1A974B601CB0}"/>
              </a:ext>
            </a:extLst>
          </p:cNvPr>
          <p:cNvSpPr>
            <a:spLocks noGrp="1"/>
          </p:cNvSpPr>
          <p:nvPr>
            <p:ph type="body" sz="quarter" idx="15" hasCustomPrompt="1"/>
          </p:nvPr>
        </p:nvSpPr>
        <p:spPr>
          <a:xfrm>
            <a:off x="659417" y="3619453"/>
            <a:ext cx="7947663" cy="595710"/>
          </a:xfrm>
          <a:prstGeom prst="rect">
            <a:avLst/>
          </a:prstGeom>
        </p:spPr>
        <p:txBody>
          <a:bodyPr anchor="ctr"/>
          <a:lstStyle>
            <a:lvl1pPr marL="0" indent="0">
              <a:buNone/>
              <a:defRPr sz="3638">
                <a:solidFill>
                  <a:srgbClr val="008FD1"/>
                </a:solidFill>
                <a:latin typeface="Segoe UI" panose="020B05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Subtitle</a:t>
            </a:r>
          </a:p>
        </p:txBody>
      </p:sp>
      <p:sp>
        <p:nvSpPr>
          <p:cNvPr id="23" name="Text Placeholder 22">
            <a:extLst>
              <a:ext uri="{FF2B5EF4-FFF2-40B4-BE49-F238E27FC236}">
                <a16:creationId xmlns:a16="http://schemas.microsoft.com/office/drawing/2014/main" id="{A1FDE4BE-4E05-4C64-B3F6-074DEF639B80}"/>
              </a:ext>
            </a:extLst>
          </p:cNvPr>
          <p:cNvSpPr>
            <a:spLocks noGrp="1"/>
          </p:cNvSpPr>
          <p:nvPr>
            <p:ph type="body" sz="quarter" idx="16" hasCustomPrompt="1"/>
          </p:nvPr>
        </p:nvSpPr>
        <p:spPr>
          <a:xfrm>
            <a:off x="659417" y="4239235"/>
            <a:ext cx="7947663" cy="519837"/>
          </a:xfrm>
          <a:prstGeom prst="rect">
            <a:avLst/>
          </a:prstGeom>
        </p:spPr>
        <p:txBody>
          <a:bodyPr anchor="ctr"/>
          <a:lstStyle>
            <a:lvl1pPr marL="0" indent="0">
              <a:buNone/>
              <a:defRPr sz="2426">
                <a:solidFill>
                  <a:srgbClr val="575756"/>
                </a:solidFill>
                <a:latin typeface="Segoe UI" panose="020B0502040204020203" pitchFamily="34" charset="0"/>
                <a:cs typeface="Segoe UI" panose="020B0502040204020203" pitchFamily="34" charset="0"/>
              </a:defRPr>
            </a:lvl1pPr>
          </a:lstStyle>
          <a:p>
            <a:pPr lvl="0"/>
            <a:r>
              <a:rPr lang="en-US" dirty="0"/>
              <a:t>Department Name</a:t>
            </a:r>
          </a:p>
        </p:txBody>
      </p:sp>
      <p:sp>
        <p:nvSpPr>
          <p:cNvPr id="24" name="Text Placeholder 22">
            <a:extLst>
              <a:ext uri="{FF2B5EF4-FFF2-40B4-BE49-F238E27FC236}">
                <a16:creationId xmlns:a16="http://schemas.microsoft.com/office/drawing/2014/main" id="{91D38DA0-DAEA-4C33-B5EF-198ACFFC8D9F}"/>
              </a:ext>
            </a:extLst>
          </p:cNvPr>
          <p:cNvSpPr>
            <a:spLocks noGrp="1"/>
          </p:cNvSpPr>
          <p:nvPr>
            <p:ph type="body" sz="quarter" idx="17" hasCustomPrompt="1"/>
          </p:nvPr>
        </p:nvSpPr>
        <p:spPr>
          <a:xfrm>
            <a:off x="659417" y="4783142"/>
            <a:ext cx="7947663" cy="519837"/>
          </a:xfrm>
          <a:prstGeom prst="rect">
            <a:avLst/>
          </a:prstGeom>
        </p:spPr>
        <p:txBody>
          <a:bodyPr anchor="ctr"/>
          <a:lstStyle>
            <a:lvl1pPr marL="0" indent="0">
              <a:buNone/>
              <a:defRPr sz="2426">
                <a:solidFill>
                  <a:srgbClr val="575756"/>
                </a:solidFill>
                <a:latin typeface="Segoe UI" panose="020B0502040204020203" pitchFamily="34" charset="0"/>
                <a:cs typeface="Segoe UI" panose="020B0502040204020203" pitchFamily="34" charset="0"/>
              </a:defRPr>
            </a:lvl1pPr>
          </a:lstStyle>
          <a:p>
            <a:pPr lvl="0"/>
            <a:r>
              <a:rPr lang="en-US" dirty="0"/>
              <a:t>Presenter’s Name</a:t>
            </a:r>
          </a:p>
        </p:txBody>
      </p:sp>
      <p:sp>
        <p:nvSpPr>
          <p:cNvPr id="2" name="object 8">
            <a:extLst>
              <a:ext uri="{FF2B5EF4-FFF2-40B4-BE49-F238E27FC236}">
                <a16:creationId xmlns:a16="http://schemas.microsoft.com/office/drawing/2014/main" id="{6EDDEC55-DD8C-41C1-79C7-6D1E837ABAC3}"/>
              </a:ext>
            </a:extLst>
          </p:cNvPr>
          <p:cNvSpPr txBox="1"/>
          <p:nvPr userDrawn="1"/>
        </p:nvSpPr>
        <p:spPr>
          <a:xfrm>
            <a:off x="10692561" y="6325875"/>
            <a:ext cx="98746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2/7/2026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1312039963"/>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_ENG">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246677"/>
            <a:ext cx="9933823" cy="3404661"/>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North Caspian Operating Company N.V. in this presentation may be referred to as “NCOC” for convenience. Likewise, the words “we”, “us” and “our” are also used to refer to North Caspian Operating Company N.V.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 NCOC assumes no liability or responsibility for any errors or any loss that may be suffered in connection with the use of this presentation or any of its content. Furthermore, this presentation may contain references to certain laws and regulations that may change over time or be abolished and should be interpreted only in light of particular circumstances.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NCOC provides information in this presentation “as is”, with no guarantees of completeness, accuracy or timelines, and without warranties of any kind, express or implied. NCOC undertakes no obligation to publicly update or revise the disclosure of information in this presentation (including forward-looking statements) after the date of this presentation. This presentation may contain some confidential or sensitive information, and if you are not the intended recipient, you are hereby notified that you should not review, use, disclose, distribute, copy or forward this information. If you have received this presentation in error, please notify the sender immediately and delete / destroy any and all copies.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To the fullest extent permissible pursuant to applicable law, NCOC excludes any liability which may arise as a result of the unauthorized use of this presentation, its content or the information on it. Unless otherwise indicated, NCOC owns the copyright in the content in this presentation.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NCOC trademark is registered and protected under the law of the Republic of Kazakhstan. Any unauthorized use of NCOC trademark is subject to legal action.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F495B543-DBCD-E7C7-8AB6-CE089820CA85}"/>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07/02/2026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2820394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claimer_KAZ">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246676"/>
            <a:ext cx="9933823" cy="3122276"/>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a:t>
            </a:r>
            <a:r>
              <a:rPr kumimoji="0" lang="en-US" sz="1092" b="0" i="0" u="none" strike="noStrike" kern="0" cap="none" spc="0" normalizeH="0" baseline="0" noProof="0" dirty="0">
                <a:ln>
                  <a:noFill/>
                </a:ln>
                <a:solidFill>
                  <a:srgbClr val="575756"/>
                </a:solidFill>
                <a:effectLst/>
                <a:uLnTx/>
                <a:uFillTx/>
                <a:latin typeface="Segoe UI"/>
                <a:cs typeface="Segoe UI"/>
              </a:rPr>
              <a:t>North Caspian Operating Company N.V.) </a:t>
            </a:r>
            <a:r>
              <a:rPr kumimoji="0" lang="ru-RU" sz="1092" b="0" i="0" u="none" strike="noStrike" kern="0" cap="none" spc="0" normalizeH="0" baseline="0" noProof="0" dirty="0" err="1">
                <a:ln>
                  <a:noFill/>
                </a:ln>
                <a:solidFill>
                  <a:srgbClr val="575756"/>
                </a:solidFill>
                <a:effectLst/>
                <a:uLnTx/>
                <a:uFillTx/>
                <a:latin typeface="Segoe UI"/>
                <a:cs typeface="Segoe UI"/>
              </a:rPr>
              <a:t>компаниясы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ыңғайлы</a:t>
            </a:r>
            <a:r>
              <a:rPr kumimoji="0" lang="ru-RU" sz="1092" b="0" i="0" u="none" strike="noStrike" kern="0" cap="none" spc="0" normalizeH="0" baseline="0" noProof="0" dirty="0">
                <a:ln>
                  <a:noFill/>
                </a:ln>
                <a:solidFill>
                  <a:srgbClr val="575756"/>
                </a:solidFill>
                <a:effectLst/>
                <a:uLnTx/>
                <a:uFillTx/>
                <a:latin typeface="Segoe UI"/>
                <a:cs typeface="Segoe UI"/>
              </a:rPr>
              <a:t> болу </a:t>
            </a:r>
            <a:r>
              <a:rPr kumimoji="0" lang="ru-RU" sz="1092" b="0" i="0" u="none" strike="noStrike" kern="0" cap="none" spc="0" normalizeH="0" baseline="0" noProof="0" dirty="0" err="1">
                <a:ln>
                  <a:noFill/>
                </a:ln>
                <a:solidFill>
                  <a:srgbClr val="575756"/>
                </a:solidFill>
                <a:effectLst/>
                <a:uLnTx/>
                <a:uFillTx/>
                <a:latin typeface="Segoe UI"/>
                <a:cs typeface="Segoe UI"/>
              </a:rPr>
              <a:t>үшін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деп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аталуы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Сол </a:t>
            </a:r>
            <a:r>
              <a:rPr kumimoji="0" lang="ru-RU" sz="1092" b="0" i="0" u="none" strike="noStrike" kern="0" cap="none" spc="0" normalizeH="0" baseline="0" noProof="0" dirty="0" err="1">
                <a:ln>
                  <a:noFill/>
                </a:ln>
                <a:solidFill>
                  <a:srgbClr val="575756"/>
                </a:solidFill>
                <a:effectLst/>
                <a:uLnTx/>
                <a:uFillTx/>
                <a:latin typeface="Segoe UI"/>
                <a:cs typeface="Segoe UI"/>
              </a:rPr>
              <a:t>сияқты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біздің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сөздері</a:t>
            </a:r>
            <a:r>
              <a:rPr kumimoji="0" lang="ru-RU" sz="1092" b="0" i="0" u="none" strike="noStrike" kern="0" cap="none" spc="0" normalizeH="0" baseline="0" noProof="0" dirty="0">
                <a:ln>
                  <a:noFill/>
                </a:ln>
                <a:solidFill>
                  <a:srgbClr val="575756"/>
                </a:solidFill>
                <a:effectLst/>
                <a:uLnTx/>
                <a:uFillTx/>
                <a:latin typeface="Segoe UI"/>
                <a:cs typeface="Segoe UI"/>
              </a:rPr>
              <a:t> де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a:t>
            </a:r>
            <a:r>
              <a:rPr kumimoji="0" lang="ru-RU" sz="1092" b="0" i="0" u="none" strike="noStrike" kern="0" cap="none" spc="0" normalizeH="0" baseline="0" noProof="0" dirty="0" err="1">
                <a:ln>
                  <a:noFill/>
                </a:ln>
                <a:solidFill>
                  <a:srgbClr val="575756"/>
                </a:solidFill>
                <a:effectLst/>
                <a:uLnTx/>
                <a:uFillTx/>
                <a:latin typeface="Segoe UI"/>
                <a:cs typeface="Segoe UI"/>
              </a:rPr>
              <a:t>компаниясын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білдіреді</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ішіндегі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деректерді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байланысты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туындауы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қателіктерге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залалға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жауапты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үстіне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уақыт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өте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өзгертілуі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күшін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жою</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белгілі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нормативтік-құқықтық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актілерге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сілтемелер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оларға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нақты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жағдайларға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қатысты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ғана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түсінік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берілуі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тиіс</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толықтығына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дәлдігіне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уақытылылығына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кепілдіксіз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сол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күйінде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ұсынады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түрдегі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тікелей</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ұйғарынды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кепілдік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бермейді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презентация </a:t>
            </a:r>
            <a:r>
              <a:rPr kumimoji="0" lang="ru-RU" sz="1092" b="0" i="0" u="none" strike="noStrike" kern="0" cap="none" spc="0" normalizeH="0" baseline="0" noProof="0" dirty="0" err="1">
                <a:ln>
                  <a:noFill/>
                </a:ln>
                <a:solidFill>
                  <a:srgbClr val="575756"/>
                </a:solidFill>
                <a:effectLst/>
                <a:uLnTx/>
                <a:uFillTx/>
                <a:latin typeface="Segoe UI"/>
                <a:cs typeface="Segoe UI"/>
              </a:rPr>
              <a:t>ұсынылған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күннен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кейін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етілген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ішінде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болжамдарға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енгізілген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жаңартуларды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өзгертулерді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жариялау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бойынша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ешбір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міндеттеме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алмайды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кейбір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құпия</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жасырын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егер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мақсатты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алушысы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болмасаңыз</a:t>
            </a:r>
            <a:r>
              <a:rPr kumimoji="0" lang="ru-RU" sz="1092" b="0" i="0" u="none" strike="noStrike" kern="0" cap="none" spc="0" normalizeH="0" baseline="0" noProof="0" dirty="0">
                <a:ln>
                  <a:noFill/>
                </a:ln>
                <a:solidFill>
                  <a:srgbClr val="575756"/>
                </a:solidFill>
                <a:effectLst/>
                <a:uLnTx/>
                <a:uFillTx/>
                <a:latin typeface="Segoe UI"/>
                <a:cs typeface="Segoe UI"/>
              </a:rPr>
              <a:t>, осы </a:t>
            </a:r>
            <a:r>
              <a:rPr kumimoji="0" lang="ru-RU" sz="1092" b="0" i="0" u="none" strike="noStrike" kern="0" cap="none" spc="0" normalizeH="0" baseline="0" noProof="0" dirty="0" err="1">
                <a:ln>
                  <a:noFill/>
                </a:ln>
                <a:solidFill>
                  <a:srgbClr val="575756"/>
                </a:solidFill>
                <a:effectLst/>
                <a:uLnTx/>
                <a:uFillTx/>
                <a:latin typeface="Segoe UI"/>
                <a:cs typeface="Segoe UI"/>
              </a:rPr>
              <a:t>құжат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арқылы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сізге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қарауға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жариялауға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таратуға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көшірмесін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жасауға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басқа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адамдарға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жіберуге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болмайтынын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ескертеміз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Егер</a:t>
            </a:r>
            <a:r>
              <a:rPr kumimoji="0" lang="ru-RU" sz="1092" b="0" i="0" u="none" strike="noStrike" kern="0" cap="none" spc="0" normalizeH="0" baseline="0" noProof="0" dirty="0">
                <a:ln>
                  <a:noFill/>
                </a:ln>
                <a:solidFill>
                  <a:srgbClr val="575756"/>
                </a:solidFill>
                <a:effectLst/>
                <a:uLnTx/>
                <a:uFillTx/>
                <a:latin typeface="Segoe UI"/>
                <a:cs typeface="Segoe UI"/>
              </a:rPr>
              <a:t> осы презентация </a:t>
            </a:r>
            <a:r>
              <a:rPr kumimoji="0" lang="ru-RU" sz="1092" b="0" i="0" u="none" strike="noStrike" kern="0" cap="none" spc="0" normalizeH="0" baseline="0" noProof="0" dirty="0" err="1">
                <a:ln>
                  <a:noFill/>
                </a:ln>
                <a:solidFill>
                  <a:srgbClr val="575756"/>
                </a:solidFill>
                <a:effectLst/>
                <a:uLnTx/>
                <a:uFillTx/>
                <a:latin typeface="Segoe UI"/>
                <a:cs typeface="Segoe UI"/>
              </a:rPr>
              <a:t>сізге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қателесіп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болса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дереу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жіберушіге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ескертіп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көшірмелерін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өшіруді</a:t>
            </a:r>
            <a:r>
              <a:rPr kumimoji="0" lang="ru-RU" sz="1092" b="0" i="0" u="none" strike="noStrike" kern="0" cap="none" spc="0" normalizeH="0" baseline="0" noProof="0" dirty="0">
                <a:ln>
                  <a:noFill/>
                </a:ln>
                <a:solidFill>
                  <a:srgbClr val="575756"/>
                </a:solidFill>
                <a:effectLst/>
                <a:uLnTx/>
                <a:uFillTx/>
                <a:latin typeface="Segoe UI"/>
                <a:cs typeface="Segoe UI"/>
              </a:rPr>
              <a:t> / </a:t>
            </a:r>
            <a:r>
              <a:rPr kumimoji="0" lang="ru-RU" sz="1092" b="0" i="0" u="none" strike="noStrike" kern="0" cap="none" spc="0" normalizeH="0" baseline="0" noProof="0" dirty="0" err="1">
                <a:ln>
                  <a:noFill/>
                </a:ln>
                <a:solidFill>
                  <a:srgbClr val="575756"/>
                </a:solidFill>
                <a:effectLst/>
                <a:uLnTx/>
                <a:uFillTx/>
                <a:latin typeface="Segoe UI"/>
                <a:cs typeface="Segoe UI"/>
              </a:rPr>
              <a:t>жоюды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өтінеміз</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err="1">
                <a:ln>
                  <a:noFill/>
                </a:ln>
                <a:solidFill>
                  <a:srgbClr val="575756"/>
                </a:solidFill>
                <a:effectLst/>
                <a:uLnTx/>
                <a:uFillTx/>
                <a:latin typeface="Segoe UI"/>
                <a:cs typeface="Segoe UI"/>
              </a:rPr>
              <a:t>Қолданыстағы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заңнамамен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етілген</a:t>
            </a:r>
            <a:r>
              <a:rPr kumimoji="0" lang="ru-RU" sz="1092" b="0" i="0" u="none" strike="noStrike" kern="0" cap="none" spc="0" normalizeH="0" baseline="0" noProof="0" dirty="0">
                <a:ln>
                  <a:noFill/>
                </a:ln>
                <a:solidFill>
                  <a:srgbClr val="575756"/>
                </a:solidFill>
                <a:effectLst/>
                <a:uLnTx/>
                <a:uFillTx/>
                <a:latin typeface="Segoe UI"/>
                <a:cs typeface="Segoe UI"/>
              </a:rPr>
              <a:t> да </a:t>
            </a:r>
            <a:r>
              <a:rPr kumimoji="0" lang="ru-RU" sz="1092" b="0" i="0" u="none" strike="noStrike" kern="0" cap="none" spc="0" normalizeH="0" baseline="0" noProof="0" dirty="0" err="1">
                <a:ln>
                  <a:noFill/>
                </a:ln>
                <a:solidFill>
                  <a:srgbClr val="575756"/>
                </a:solidFill>
                <a:effectLst/>
                <a:uLnTx/>
                <a:uFillTx/>
                <a:latin typeface="Segoe UI"/>
                <a:cs typeface="Segoe UI"/>
              </a:rPr>
              <a:t>барлық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жағдайларда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мазмұнын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ондағы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рұқсатсыз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нәтижесінде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туындауы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қандай</a:t>
            </a:r>
            <a:r>
              <a:rPr kumimoji="0" lang="ru-RU" sz="1092" b="0" i="0" u="none" strike="noStrike" kern="0" cap="none" spc="0" normalizeH="0" baseline="0" noProof="0" dirty="0">
                <a:ln>
                  <a:noFill/>
                </a:ln>
                <a:solidFill>
                  <a:srgbClr val="575756"/>
                </a:solidFill>
                <a:effectLst/>
                <a:uLnTx/>
                <a:uFillTx/>
                <a:latin typeface="Segoe UI"/>
                <a:cs typeface="Segoe UI"/>
              </a:rPr>
              <a:t> да </a:t>
            </a:r>
            <a:r>
              <a:rPr kumimoji="0" lang="ru-RU" sz="1092" b="0" i="0" u="none" strike="noStrike" kern="0" cap="none" spc="0" normalizeH="0" baseline="0" noProof="0" dirty="0" err="1">
                <a:ln>
                  <a:noFill/>
                </a:ln>
                <a:solidFill>
                  <a:srgbClr val="575756"/>
                </a:solidFill>
                <a:effectLst/>
                <a:uLnTx/>
                <a:uFillTx/>
                <a:latin typeface="Segoe UI"/>
                <a:cs typeface="Segoe UI"/>
              </a:rPr>
              <a:t>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жауапкершілік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атқармайды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Өзгеше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қарастырылмаса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мазмұнына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авторлық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құқыққа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ие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болып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саналады</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тауар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белгісі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Қазақстан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Республикасының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заңнамасына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сәйкес</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тіркелген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қорғалады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тауар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белгісін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рұқсатсыз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заңмен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қудаланады</a:t>
            </a:r>
            <a:r>
              <a:rPr kumimoji="0" lang="ru-RU" sz="1092" b="0" i="0" u="none" strike="noStrike" kern="0" cap="none" spc="0" normalizeH="0" baseline="0" noProof="0" dirty="0">
                <a:ln>
                  <a:noFill/>
                </a:ln>
                <a:solidFill>
                  <a:srgbClr val="575756"/>
                </a:solidFill>
                <a:effectLst/>
                <a:uLnTx/>
                <a:uFillTx/>
                <a:latin typeface="Segoe UI"/>
                <a:cs typeface="Segoe UI"/>
              </a:rPr>
              <a:t>.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B1A710B7-D52B-3300-29DA-CCAD065B029E}"/>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07/02/2026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304193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_RUS">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102918"/>
            <a:ext cx="9933823" cy="3461728"/>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целях удобства, в настоящей презентации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(North Caspian </a:t>
            </a:r>
            <a:r>
              <a:rPr kumimoji="0" lang="ru-RU" sz="1092" b="0" i="0" u="none" strike="noStrike" kern="0" cap="none" spc="0" normalizeH="0" baseline="0" noProof="0" dirty="0" err="1">
                <a:ln>
                  <a:noFill/>
                </a:ln>
                <a:solidFill>
                  <a:srgbClr val="575756"/>
                </a:solidFill>
                <a:effectLst/>
                <a:uLnTx/>
                <a:uFillTx/>
                <a:latin typeface="Segoe UI"/>
                <a:cs typeface="Segoe UI"/>
              </a:rPr>
              <a:t>Operating</a:t>
            </a:r>
            <a:r>
              <a:rPr kumimoji="0" lang="ru-RU" sz="1092" b="0" i="0" u="none" strike="noStrike" kern="0" cap="none" spc="0" normalizeH="0" baseline="0" noProof="0" dirty="0">
                <a:ln>
                  <a:noFill/>
                </a:ln>
                <a:solidFill>
                  <a:srgbClr val="575756"/>
                </a:solidFill>
                <a:effectLst/>
                <a:uLnTx/>
                <a:uFillTx/>
                <a:latin typeface="Segoe UI"/>
                <a:cs typeface="Segoe UI"/>
              </a:rPr>
              <a:t> Company N.V.) может именоваться «NCOC». Аналогичным образом для обозначения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также могут применяться слова «мы», «нас» и «наш(-и)».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NCOC не несет ответственности за любые ошибки или любые убытки, которые могут быть понесены в связи с использованием настоящей презентации или любых содержащихся в ней данных. Кроме того, настоящая презентация может содержать ссылки на определенные законы и нормативно-правовые акты, которые впоследствии могут быть изменены или отменены и подлежат толкованию только в контексте конкретных обстоятельств.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настоящей презентации NCOC предоставляет информацию на условиях «как есть» без каких-либо гарантий полноты, точности или соблюдения сроков и прямых или подразумеваемых гарантий любого другого рода. NCOC не берет на себя обязательств по опубликованию обновлений или изменений в отношении информации, раскрытой в настоящей презентации (включая прогнозы), после даты выпуска настоящей презентации. Настоящая презентация может содержать конфиденциальную или секретную информацию, и если вы не являетесь ее назначенным получателем, настоящем информируем вас о том, что вам не следует рассматривать, использовать, раскрывать, рассылать, копировать или передавать эту информацию. Если вы получили эту презентацию по ошибке, просим немедленно уведомить об этом отправителя и удалить / уничтожить все ее копии.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максимальной степени, в которой это разрешено применимым законодательством, NCOC исключает любую ответственность, которая может возникнуть в результате несанкционированного использования настоящей презентации, ее содержания или представленной в ней информации. Если не указано иное, авторские права на содержание настоящей презентации принадлежат NCOC.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Товарный знак NCOC зарегистрирован и защищен согласно законодательству Республики Казахстан. Любое несанкционированное использование товарного знака NCOC преследуется по закону.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1A3FB39F-0CB0-1C64-31F2-10B4B49AF890}"/>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07/02/2026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277840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Mid-Section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sp>
        <p:nvSpPr>
          <p:cNvPr id="10" name="object 8">
            <a:extLst>
              <a:ext uri="{FF2B5EF4-FFF2-40B4-BE49-F238E27FC236}">
                <a16:creationId xmlns:a16="http://schemas.microsoft.com/office/drawing/2014/main" id="{1ED1EBCD-8FBF-438C-9C8F-05378092E82B}"/>
              </a:ext>
            </a:extLst>
          </p:cNvPr>
          <p:cNvSpPr txBox="1"/>
          <p:nvPr userDrawn="1"/>
        </p:nvSpPr>
        <p:spPr>
          <a:xfrm>
            <a:off x="659197"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11" name="Text Placeholder 10">
            <a:extLst>
              <a:ext uri="{FF2B5EF4-FFF2-40B4-BE49-F238E27FC236}">
                <a16:creationId xmlns:a16="http://schemas.microsoft.com/office/drawing/2014/main" id="{B7444037-0E23-4774-A8D8-C1BAB4D1088E}"/>
              </a:ext>
            </a:extLst>
          </p:cNvPr>
          <p:cNvSpPr>
            <a:spLocks noGrp="1"/>
          </p:cNvSpPr>
          <p:nvPr>
            <p:ph type="body" sz="quarter" idx="10" hasCustomPrompt="1"/>
          </p:nvPr>
        </p:nvSpPr>
        <p:spPr>
          <a:xfrm>
            <a:off x="855867" y="2817710"/>
            <a:ext cx="10480269" cy="777672"/>
          </a:xfrm>
          <a:prstGeom prst="rect">
            <a:avLst/>
          </a:prstGeom>
        </p:spPr>
        <p:txBody>
          <a:bodyPr anchor="ctr"/>
          <a:lstStyle>
            <a:lvl1pPr marL="0" indent="0" algn="ctr">
              <a:buNone/>
              <a:defRPr kumimoji="0" lang="en-US" sz="4852" b="1" i="0" u="none" strike="noStrike" kern="0" cap="none" spc="0" normalizeH="0" baseline="0" dirty="0" smtClean="0">
                <a:ln>
                  <a:noFill/>
                </a:ln>
                <a:solidFill>
                  <a:srgbClr val="008FD1"/>
                </a:solidFill>
                <a:effectLst/>
                <a:uLnTx/>
                <a:uFillTx/>
                <a:latin typeface="Segoe UI Black" panose="020B0A02040204020203" pitchFamily="34" charset="0"/>
                <a:ea typeface="+mj-ea"/>
                <a:cs typeface="Segoe UI"/>
              </a:defRPr>
            </a:lvl1pPr>
            <a:lvl2pPr marL="277250" indent="0">
              <a:buNone/>
              <a:defRPr/>
            </a:lvl2pPr>
          </a:lstStyle>
          <a:p>
            <a:pPr lvl="0"/>
            <a:r>
              <a:rPr lang="en-US" dirty="0"/>
              <a:t>MID-SECTION TITLE</a:t>
            </a:r>
          </a:p>
        </p:txBody>
      </p:sp>
      <p:sp>
        <p:nvSpPr>
          <p:cNvPr id="21" name="Text Placeholder 20">
            <a:extLst>
              <a:ext uri="{FF2B5EF4-FFF2-40B4-BE49-F238E27FC236}">
                <a16:creationId xmlns:a16="http://schemas.microsoft.com/office/drawing/2014/main" id="{D9DC0FFB-1D8C-4B14-945D-1A974B601CB0}"/>
              </a:ext>
            </a:extLst>
          </p:cNvPr>
          <p:cNvSpPr>
            <a:spLocks noGrp="1"/>
          </p:cNvSpPr>
          <p:nvPr>
            <p:ph type="body" sz="quarter" idx="15" hasCustomPrompt="1"/>
          </p:nvPr>
        </p:nvSpPr>
        <p:spPr>
          <a:xfrm>
            <a:off x="855867" y="3595385"/>
            <a:ext cx="10480269" cy="619779"/>
          </a:xfrm>
          <a:prstGeom prst="rect">
            <a:avLst/>
          </a:prstGeom>
        </p:spPr>
        <p:txBody>
          <a:bodyPr anchor="ctr"/>
          <a:lstStyle>
            <a:lvl1pPr marL="0" indent="0" algn="ctr">
              <a:buNone/>
              <a:defRPr sz="3638">
                <a:solidFill>
                  <a:srgbClr val="008FD1"/>
                </a:solidFill>
                <a:latin typeface="Segoe UI" panose="020B05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Mid-Section Subtitle</a:t>
            </a:r>
          </a:p>
        </p:txBody>
      </p:sp>
      <p:sp>
        <p:nvSpPr>
          <p:cNvPr id="2" name="object 8">
            <a:extLst>
              <a:ext uri="{FF2B5EF4-FFF2-40B4-BE49-F238E27FC236}">
                <a16:creationId xmlns:a16="http://schemas.microsoft.com/office/drawing/2014/main" id="{6EDDEC55-DD8C-41C1-79C7-6D1E837ABAC3}"/>
              </a:ext>
            </a:extLst>
          </p:cNvPr>
          <p:cNvSpPr txBox="1"/>
          <p:nvPr userDrawn="1"/>
        </p:nvSpPr>
        <p:spPr>
          <a:xfrm>
            <a:off x="10692562" y="6325875"/>
            <a:ext cx="101429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2/7/2026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2502295429"/>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gular Slide with Subtit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10" name="Text Placeholder 9">
            <a:extLst>
              <a:ext uri="{FF2B5EF4-FFF2-40B4-BE49-F238E27FC236}">
                <a16:creationId xmlns:a16="http://schemas.microsoft.com/office/drawing/2014/main" id="{D08BE53F-1090-48FA-99D1-4E25510843A0}"/>
              </a:ext>
            </a:extLst>
          </p:cNvPr>
          <p:cNvSpPr>
            <a:spLocks noGrp="1"/>
          </p:cNvSpPr>
          <p:nvPr>
            <p:ph type="body" sz="quarter" idx="11" hasCustomPrompt="1"/>
          </p:nvPr>
        </p:nvSpPr>
        <p:spPr>
          <a:xfrm>
            <a:off x="680651" y="1202365"/>
            <a:ext cx="10655551"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39F7F71A-DF33-5EB3-A10D-DD8BA6E4FF7B}"/>
              </a:ext>
            </a:extLst>
          </p:cNvPr>
          <p:cNvSpPr>
            <a:spLocks noGrp="1"/>
          </p:cNvSpPr>
          <p:nvPr>
            <p:ph type="body" sz="quarter" idx="13"/>
          </p:nvPr>
        </p:nvSpPr>
        <p:spPr>
          <a:xfrm>
            <a:off x="680597" y="1857937"/>
            <a:ext cx="10655605" cy="4169286"/>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4784617"/>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5" orient="horz" pos="1929">
          <p15:clr>
            <a:srgbClr val="FBAE40"/>
          </p15:clr>
        </p15:guide>
        <p15:guide id="6" orient="horz" pos="6261">
          <p15:clr>
            <a:srgbClr val="FBAE40"/>
          </p15:clr>
        </p15:guide>
        <p15:guide id="7" pos="1177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gular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Text Placeholder 2">
            <a:extLst>
              <a:ext uri="{FF2B5EF4-FFF2-40B4-BE49-F238E27FC236}">
                <a16:creationId xmlns:a16="http://schemas.microsoft.com/office/drawing/2014/main" id="{BE0A4693-69D9-1BC5-D035-35C9AA7FEC2E}"/>
              </a:ext>
            </a:extLst>
          </p:cNvPr>
          <p:cNvSpPr>
            <a:spLocks noGrp="1"/>
          </p:cNvSpPr>
          <p:nvPr>
            <p:ph type="body" sz="quarter" idx="13"/>
          </p:nvPr>
        </p:nvSpPr>
        <p:spPr>
          <a:xfrm>
            <a:off x="680597" y="1202364"/>
            <a:ext cx="10655605"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6021819"/>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gular Slide with Picture (Righ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 name="Picture Placeholder 2">
            <a:extLst>
              <a:ext uri="{FF2B5EF4-FFF2-40B4-BE49-F238E27FC236}">
                <a16:creationId xmlns:a16="http://schemas.microsoft.com/office/drawing/2014/main" id="{C2A1443F-8C1F-4907-A97F-DFC1AB0C5C95}"/>
              </a:ext>
            </a:extLst>
          </p:cNvPr>
          <p:cNvSpPr>
            <a:spLocks noGrp="1"/>
          </p:cNvSpPr>
          <p:nvPr>
            <p:ph type="pic" sz="quarter" idx="14" hasCustomPrompt="1"/>
          </p:nvPr>
        </p:nvSpPr>
        <p:spPr>
          <a:xfrm>
            <a:off x="6161942" y="1202365"/>
            <a:ext cx="5174260" cy="4824858"/>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Picture</a:t>
            </a:r>
          </a:p>
        </p:txBody>
      </p:sp>
      <p:sp>
        <p:nvSpPr>
          <p:cNvPr id="2" name="Text Placeholder 2">
            <a:extLst>
              <a:ext uri="{FF2B5EF4-FFF2-40B4-BE49-F238E27FC236}">
                <a16:creationId xmlns:a16="http://schemas.microsoft.com/office/drawing/2014/main" id="{F657B1B7-D9BC-3854-AD34-86C0F47B6033}"/>
              </a:ext>
            </a:extLst>
          </p:cNvPr>
          <p:cNvSpPr>
            <a:spLocks noGrp="1"/>
          </p:cNvSpPr>
          <p:nvPr>
            <p:ph type="body" sz="quarter" idx="13"/>
          </p:nvPr>
        </p:nvSpPr>
        <p:spPr>
          <a:xfrm>
            <a:off x="680596" y="1202364"/>
            <a:ext cx="5174260"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21068645"/>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guide id="8" pos="6083">
          <p15:clr>
            <a:srgbClr val="FBAE40"/>
          </p15:clr>
        </p15:guide>
        <p15:guide id="9" pos="64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gular Slide with Tab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 name="Table Placeholder 2">
            <a:extLst>
              <a:ext uri="{FF2B5EF4-FFF2-40B4-BE49-F238E27FC236}">
                <a16:creationId xmlns:a16="http://schemas.microsoft.com/office/drawing/2014/main" id="{C6769F21-4AB7-43C6-A893-BCA17DFBCF3B}"/>
              </a:ext>
            </a:extLst>
          </p:cNvPr>
          <p:cNvSpPr>
            <a:spLocks noGrp="1"/>
          </p:cNvSpPr>
          <p:nvPr>
            <p:ph type="tbl" sz="quarter" idx="11" hasCustomPrompt="1"/>
          </p:nvPr>
        </p:nvSpPr>
        <p:spPr>
          <a:xfrm>
            <a:off x="680650" y="1220686"/>
            <a:ext cx="10459170" cy="4806537"/>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Table</a:t>
            </a:r>
          </a:p>
        </p:txBody>
      </p:sp>
    </p:spTree>
    <p:extLst>
      <p:ext uri="{BB962C8B-B14F-4D97-AF65-F5344CB8AC3E}">
        <p14:creationId xmlns:p14="http://schemas.microsoft.com/office/powerpoint/2010/main" val="3145840113"/>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gular Slide with Char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4" name="Chart Placeholder 3">
            <a:extLst>
              <a:ext uri="{FF2B5EF4-FFF2-40B4-BE49-F238E27FC236}">
                <a16:creationId xmlns:a16="http://schemas.microsoft.com/office/drawing/2014/main" id="{A10159EA-3206-41F3-A160-84997299F4DB}"/>
              </a:ext>
            </a:extLst>
          </p:cNvPr>
          <p:cNvSpPr>
            <a:spLocks noGrp="1"/>
          </p:cNvSpPr>
          <p:nvPr>
            <p:ph type="chart" sz="quarter" idx="13" hasCustomPrompt="1"/>
          </p:nvPr>
        </p:nvSpPr>
        <p:spPr>
          <a:xfrm>
            <a:off x="6423784" y="1354466"/>
            <a:ext cx="4759356" cy="4519695"/>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Chart</a:t>
            </a:r>
          </a:p>
        </p:txBody>
      </p:sp>
      <p:sp>
        <p:nvSpPr>
          <p:cNvPr id="2" name="Text Placeholder 2">
            <a:extLst>
              <a:ext uri="{FF2B5EF4-FFF2-40B4-BE49-F238E27FC236}">
                <a16:creationId xmlns:a16="http://schemas.microsoft.com/office/drawing/2014/main" id="{FC36CFD9-AFB7-F480-F8C4-22839BFE225A}"/>
              </a:ext>
            </a:extLst>
          </p:cNvPr>
          <p:cNvSpPr>
            <a:spLocks noGrp="1"/>
          </p:cNvSpPr>
          <p:nvPr>
            <p:ph type="body" sz="quarter" idx="14"/>
          </p:nvPr>
        </p:nvSpPr>
        <p:spPr>
          <a:xfrm>
            <a:off x="680597" y="1202364"/>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123528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gular Slide with Chart (Blu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5" name="Прямоугольник с одним скругленным углом 51">
            <a:extLst>
              <a:ext uri="{FF2B5EF4-FFF2-40B4-BE49-F238E27FC236}">
                <a16:creationId xmlns:a16="http://schemas.microsoft.com/office/drawing/2014/main" id="{89496D50-D39F-4FE6-89B7-1F2879F711AB}"/>
              </a:ext>
            </a:extLst>
          </p:cNvPr>
          <p:cNvSpPr/>
          <p:nvPr userDrawn="1"/>
        </p:nvSpPr>
        <p:spPr>
          <a:xfrm>
            <a:off x="6008393" y="1202191"/>
            <a:ext cx="5327742" cy="5656081"/>
          </a:xfrm>
          <a:prstGeom prst="round1Rect">
            <a:avLst>
              <a:gd name="adj" fmla="val 3659"/>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6" name="Прямоугольник с одним скругленным углом 56">
            <a:extLst>
              <a:ext uri="{FF2B5EF4-FFF2-40B4-BE49-F238E27FC236}">
                <a16:creationId xmlns:a16="http://schemas.microsoft.com/office/drawing/2014/main" id="{F1DB62D8-A0D9-4B0C-893A-57796080C509}"/>
              </a:ext>
            </a:extLst>
          </p:cNvPr>
          <p:cNvSpPr/>
          <p:nvPr userDrawn="1"/>
        </p:nvSpPr>
        <p:spPr>
          <a:xfrm flipH="1">
            <a:off x="6249075" y="6039945"/>
            <a:ext cx="5087059" cy="818326"/>
          </a:xfrm>
          <a:prstGeom prst="round1Rect">
            <a:avLst>
              <a:gd name="adj" fmla="val 109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92" dirty="0"/>
              <a:t>ф</a:t>
            </a:r>
          </a:p>
        </p:txBody>
      </p:sp>
      <p:sp>
        <p:nvSpPr>
          <p:cNvPr id="10" name="Chart Placeholder 9">
            <a:extLst>
              <a:ext uri="{FF2B5EF4-FFF2-40B4-BE49-F238E27FC236}">
                <a16:creationId xmlns:a16="http://schemas.microsoft.com/office/drawing/2014/main" id="{2F302DFE-CB5C-4D88-8E6F-642FFE48FE82}"/>
              </a:ext>
            </a:extLst>
          </p:cNvPr>
          <p:cNvSpPr>
            <a:spLocks noGrp="1"/>
          </p:cNvSpPr>
          <p:nvPr>
            <p:ph type="chart" sz="quarter" idx="14" hasCustomPrompt="1"/>
          </p:nvPr>
        </p:nvSpPr>
        <p:spPr>
          <a:xfrm>
            <a:off x="6249074" y="1430950"/>
            <a:ext cx="4840688" cy="4443210"/>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Chart</a:t>
            </a:r>
          </a:p>
        </p:txBody>
      </p:sp>
      <p:sp>
        <p:nvSpPr>
          <p:cNvPr id="12" name="Text Placeholder 11">
            <a:extLst>
              <a:ext uri="{FF2B5EF4-FFF2-40B4-BE49-F238E27FC236}">
                <a16:creationId xmlns:a16="http://schemas.microsoft.com/office/drawing/2014/main" id="{D6A2200F-F226-42F7-9242-A5C36E999FB9}"/>
              </a:ext>
            </a:extLst>
          </p:cNvPr>
          <p:cNvSpPr>
            <a:spLocks noGrp="1"/>
          </p:cNvSpPr>
          <p:nvPr>
            <p:ph type="body" sz="quarter" idx="15" hasCustomPrompt="1"/>
          </p:nvPr>
        </p:nvSpPr>
        <p:spPr>
          <a:xfrm>
            <a:off x="6423784" y="6233234"/>
            <a:ext cx="4665979" cy="429347"/>
          </a:xfrm>
          <a:prstGeom prst="rect">
            <a:avLst/>
          </a:prstGeom>
        </p:spPr>
        <p:txBody>
          <a:bodyPr anchor="ctr"/>
          <a:lstStyle>
            <a:lvl1pPr marL="0" indent="0">
              <a:buNone/>
              <a:defRPr sz="1455" b="1" i="0">
                <a:solidFill>
                  <a:srgbClr val="008BCB"/>
                </a:solidFill>
                <a:latin typeface="Segoe UI" panose="020B0502040204020203" pitchFamily="34" charset="0"/>
                <a:cs typeface="Segoe UI" panose="020B0502040204020203" pitchFamily="34" charset="0"/>
              </a:defRPr>
            </a:lvl1pPr>
          </a:lstStyle>
          <a:p>
            <a:pPr lvl="0"/>
            <a:r>
              <a:rPr lang="en-US" dirty="0"/>
              <a:t>Graphic / diagram name – Segoe UI Bold 24</a:t>
            </a:r>
          </a:p>
        </p:txBody>
      </p:sp>
      <p:sp>
        <p:nvSpPr>
          <p:cNvPr id="2" name="Text Placeholder 2">
            <a:extLst>
              <a:ext uri="{FF2B5EF4-FFF2-40B4-BE49-F238E27FC236}">
                <a16:creationId xmlns:a16="http://schemas.microsoft.com/office/drawing/2014/main" id="{BDCCD7E8-391F-669F-025D-C5D312256102}"/>
              </a:ext>
            </a:extLst>
          </p:cNvPr>
          <p:cNvSpPr>
            <a:spLocks noGrp="1"/>
          </p:cNvSpPr>
          <p:nvPr>
            <p:ph type="body" sz="quarter" idx="13"/>
          </p:nvPr>
        </p:nvSpPr>
        <p:spPr>
          <a:xfrm>
            <a:off x="680597" y="1202364"/>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562915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lide with Picture (Left) + Ic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0" name="Rectangle: Single Corner Rounded 29">
            <a:extLst>
              <a:ext uri="{FF2B5EF4-FFF2-40B4-BE49-F238E27FC236}">
                <a16:creationId xmlns:a16="http://schemas.microsoft.com/office/drawing/2014/main" id="{EC7B9C12-82C3-4B64-B31D-9EBD27D6C50B}"/>
              </a:ext>
            </a:extLst>
          </p:cNvPr>
          <p:cNvSpPr/>
          <p:nvPr userDrawn="1"/>
        </p:nvSpPr>
        <p:spPr>
          <a:xfrm>
            <a:off x="6008459" y="1201716"/>
            <a:ext cx="5327742" cy="5656284"/>
          </a:xfrm>
          <a:prstGeom prst="round1Rect">
            <a:avLst>
              <a:gd name="adj" fmla="val 3741"/>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dirty="0"/>
          </a:p>
        </p:txBody>
      </p:sp>
      <p:sp>
        <p:nvSpPr>
          <p:cNvPr id="5" name="Прямоугольник с одним скругленным углом 87">
            <a:extLst>
              <a:ext uri="{FF2B5EF4-FFF2-40B4-BE49-F238E27FC236}">
                <a16:creationId xmlns:a16="http://schemas.microsoft.com/office/drawing/2014/main" id="{2D363FDE-1569-4A9C-A11C-5ADF4B31B209}"/>
              </a:ext>
            </a:extLst>
          </p:cNvPr>
          <p:cNvSpPr/>
          <p:nvPr userDrawn="1"/>
        </p:nvSpPr>
        <p:spPr>
          <a:xfrm flipH="1">
            <a:off x="6249075" y="5802779"/>
            <a:ext cx="5087059" cy="1055221"/>
          </a:xfrm>
          <a:prstGeom prst="round1Rect">
            <a:avLst>
              <a:gd name="adj" fmla="val 109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92" dirty="0"/>
              <a:t>ф</a:t>
            </a:r>
          </a:p>
        </p:txBody>
      </p:sp>
      <p:pic>
        <p:nvPicPr>
          <p:cNvPr id="7" name="Picture 8">
            <a:extLst>
              <a:ext uri="{FF2B5EF4-FFF2-40B4-BE49-F238E27FC236}">
                <a16:creationId xmlns:a16="http://schemas.microsoft.com/office/drawing/2014/main" id="{C08DF4BF-1A84-481D-8350-237D78545A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631278" y="6238839"/>
            <a:ext cx="4532605" cy="370798"/>
          </a:xfrm>
          <a:prstGeom prst="rect">
            <a:avLst/>
          </a:prstGeom>
        </p:spPr>
      </p:pic>
      <p:sp>
        <p:nvSpPr>
          <p:cNvPr id="23" name="object 36">
            <a:extLst>
              <a:ext uri="{FF2B5EF4-FFF2-40B4-BE49-F238E27FC236}">
                <a16:creationId xmlns:a16="http://schemas.microsoft.com/office/drawing/2014/main" id="{B39DBFEF-CFCA-40F5-A4F5-AE4D04D610A0}"/>
              </a:ext>
            </a:extLst>
          </p:cNvPr>
          <p:cNvSpPr txBox="1"/>
          <p:nvPr userDrawn="1"/>
        </p:nvSpPr>
        <p:spPr>
          <a:xfrm>
            <a:off x="6423754" y="5802779"/>
            <a:ext cx="2067219" cy="280680"/>
          </a:xfrm>
          <a:prstGeom prst="rect">
            <a:avLst/>
          </a:prstGeom>
        </p:spPr>
        <p:txBody>
          <a:bodyPr vert="horz" wrap="square" lIns="0" tIns="56223" rIns="0" bIns="0" rtlCol="0">
            <a:spAutoFit/>
          </a:bodyPr>
          <a:lstStyle/>
          <a:p>
            <a:pPr algn="l">
              <a:spcBef>
                <a:spcPts val="443"/>
              </a:spcBef>
            </a:pPr>
            <a:r>
              <a:rPr lang="en-US" sz="1455" b="1" spc="-6" dirty="0">
                <a:solidFill>
                  <a:srgbClr val="008BCB"/>
                </a:solidFill>
                <a:latin typeface="+mj-lt"/>
                <a:cs typeface="Arial Unicode MS"/>
              </a:rPr>
              <a:t>Shareholders</a:t>
            </a:r>
            <a:endParaRPr lang="en-US" sz="1455" b="1" dirty="0">
              <a:solidFill>
                <a:srgbClr val="008BCB"/>
              </a:solidFill>
              <a:latin typeface="+mj-lt"/>
              <a:cs typeface="Arial Unicode MS"/>
            </a:endParaRPr>
          </a:p>
        </p:txBody>
      </p:sp>
      <p:sp>
        <p:nvSpPr>
          <p:cNvPr id="3" name="Picture Placeholder 2">
            <a:extLst>
              <a:ext uri="{FF2B5EF4-FFF2-40B4-BE49-F238E27FC236}">
                <a16:creationId xmlns:a16="http://schemas.microsoft.com/office/drawing/2014/main" id="{4786EF69-C26E-454D-83DE-D23F7B9D6E74}"/>
              </a:ext>
              <a:ext uri="{C183D7F6-B498-43B3-948B-1728B52AA6E4}">
                <adec:decorative xmlns:adec="http://schemas.microsoft.com/office/drawing/2017/decorative" val="0"/>
              </a:ext>
            </a:extLst>
          </p:cNvPr>
          <p:cNvSpPr>
            <a:spLocks noGrp="1"/>
          </p:cNvSpPr>
          <p:nvPr>
            <p:ph type="pic" sz="quarter" idx="11" hasCustomPrompt="1"/>
          </p:nvPr>
        </p:nvSpPr>
        <p:spPr>
          <a:xfrm>
            <a:off x="680597" y="1201716"/>
            <a:ext cx="5144417" cy="5656284"/>
          </a:xfrm>
          <a:prstGeom prst="rect">
            <a:avLst/>
          </a:prstGeom>
          <a:noFill/>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Picture</a:t>
            </a:r>
          </a:p>
        </p:txBody>
      </p:sp>
      <p:sp>
        <p:nvSpPr>
          <p:cNvPr id="34" name="Text Placeholder 33">
            <a:extLst>
              <a:ext uri="{FF2B5EF4-FFF2-40B4-BE49-F238E27FC236}">
                <a16:creationId xmlns:a16="http://schemas.microsoft.com/office/drawing/2014/main" id="{A6EE8AA3-03DD-4138-8878-9E8130A79ABD}"/>
              </a:ext>
            </a:extLst>
          </p:cNvPr>
          <p:cNvSpPr>
            <a:spLocks noGrp="1"/>
          </p:cNvSpPr>
          <p:nvPr>
            <p:ph type="body" sz="quarter" idx="12" hasCustomPrompt="1"/>
          </p:nvPr>
        </p:nvSpPr>
        <p:spPr>
          <a:xfrm>
            <a:off x="6398864" y="2501307"/>
            <a:ext cx="1297897" cy="259947"/>
          </a:xfrm>
          <a:prstGeom prst="rect">
            <a:avLst/>
          </a:prstGeom>
        </p:spPr>
        <p:txBody>
          <a:bodyPr/>
          <a:lstStyle>
            <a:lvl1pPr marL="0" marR="0" indent="0" algn="ctr" defTabSz="554500" rtl="0" eaLnBrk="1" fontAlgn="auto" latinLnBrk="0" hangingPunct="1">
              <a:lnSpc>
                <a:spcPct val="90000"/>
              </a:lnSpc>
              <a:spcBef>
                <a:spcPts val="606"/>
              </a:spcBef>
              <a:spcAft>
                <a:spcPts val="0"/>
              </a:spcAft>
              <a:buClrTx/>
              <a:buSzTx/>
              <a:buFont typeface="Arial" panose="020B0604020202020204" pitchFamily="34" charset="0"/>
              <a:buNone/>
              <a:tabLst/>
              <a:defRPr sz="1455" b="1">
                <a:solidFill>
                  <a:srgbClr val="008BCB"/>
                </a:solidFill>
                <a:latin typeface="Segoe UI" panose="020B0502040204020203" pitchFamily="34" charset="0"/>
                <a:cs typeface="Segoe UI" panose="020B0502040204020203" pitchFamily="34" charset="0"/>
              </a:defRPr>
            </a:lvl1pPr>
          </a:lstStyle>
          <a:p>
            <a:pPr lvl="0"/>
            <a:r>
              <a:rPr lang="en-US" dirty="0"/>
              <a:t>Segoe UI 24</a:t>
            </a:r>
          </a:p>
        </p:txBody>
      </p:sp>
      <p:sp>
        <p:nvSpPr>
          <p:cNvPr id="35" name="Text Placeholder 33">
            <a:extLst>
              <a:ext uri="{FF2B5EF4-FFF2-40B4-BE49-F238E27FC236}">
                <a16:creationId xmlns:a16="http://schemas.microsoft.com/office/drawing/2014/main" id="{095161B6-5AF7-474E-86FC-D53EAF02F4FE}"/>
              </a:ext>
            </a:extLst>
          </p:cNvPr>
          <p:cNvSpPr>
            <a:spLocks noGrp="1"/>
          </p:cNvSpPr>
          <p:nvPr>
            <p:ph type="body" sz="quarter" idx="13" hasCustomPrompt="1"/>
          </p:nvPr>
        </p:nvSpPr>
        <p:spPr>
          <a:xfrm>
            <a:off x="6398864" y="2919499"/>
            <a:ext cx="1297897" cy="436060"/>
          </a:xfrm>
          <a:prstGeom prst="rect">
            <a:avLst/>
          </a:prstGeom>
        </p:spPr>
        <p:txBody>
          <a:bodyPr/>
          <a:lstStyle>
            <a:lvl1pPr marL="0" marR="0" indent="0" algn="ctr" defTabSz="554500" rtl="0" eaLnBrk="1" fontAlgn="auto" latinLnBrk="0" hangingPunct="1">
              <a:lnSpc>
                <a:spcPct val="90000"/>
              </a:lnSpc>
              <a:spcBef>
                <a:spcPts val="606"/>
              </a:spcBef>
              <a:spcAft>
                <a:spcPts val="0"/>
              </a:spcAft>
              <a:buClrTx/>
              <a:buSzTx/>
              <a:buFont typeface="Arial" panose="020B0604020202020204" pitchFamily="34" charset="0"/>
              <a:buNone/>
              <a:tabLst/>
              <a:defRPr sz="970" b="0">
                <a:solidFill>
                  <a:srgbClr val="474B51"/>
                </a:solidFill>
                <a:latin typeface="Segoe UI" panose="020B0502040204020203" pitchFamily="34" charset="0"/>
                <a:cs typeface="Segoe UI" panose="020B0502040204020203" pitchFamily="34" charset="0"/>
              </a:defRPr>
            </a:lvl1pPr>
          </a:lstStyle>
          <a:p>
            <a:pPr lvl="0"/>
            <a:r>
              <a:rPr lang="en-US" dirty="0"/>
              <a:t>Segoe UI 16</a:t>
            </a:r>
            <a:br>
              <a:rPr lang="en-US" dirty="0"/>
            </a:br>
            <a:r>
              <a:rPr lang="en-US" dirty="0" err="1"/>
              <a:t>Interdum</a:t>
            </a:r>
            <a:r>
              <a:rPr lang="en-US" dirty="0"/>
              <a:t> </a:t>
            </a:r>
            <a:r>
              <a:rPr lang="en-US" dirty="0" err="1"/>
              <a:t>varius</a:t>
            </a:r>
            <a:r>
              <a:rPr lang="en-US" dirty="0"/>
              <a:t>  sit </a:t>
            </a:r>
            <a:r>
              <a:rPr lang="en-US" dirty="0" err="1"/>
              <a:t>amet</a:t>
            </a:r>
            <a:r>
              <a:rPr lang="en-US" dirty="0"/>
              <a:t> </a:t>
            </a:r>
            <a:r>
              <a:rPr lang="en-US" dirty="0" err="1"/>
              <a:t>mattis</a:t>
            </a:r>
            <a:endParaRPr lang="en-US" dirty="0"/>
          </a:p>
        </p:txBody>
      </p:sp>
    </p:spTree>
    <p:extLst>
      <p:ext uri="{BB962C8B-B14F-4D97-AF65-F5344CB8AC3E}">
        <p14:creationId xmlns:p14="http://schemas.microsoft.com/office/powerpoint/2010/main" val="2184605969"/>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with Text &amp; Pictur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8" name="Прямоугольник с одним скругленным углом 527">
            <a:extLst>
              <a:ext uri="{FF2B5EF4-FFF2-40B4-BE49-F238E27FC236}">
                <a16:creationId xmlns:a16="http://schemas.microsoft.com/office/drawing/2014/main" id="{B0220DFE-CDAD-4F70-B1BC-3F1469AEB16D}"/>
              </a:ext>
            </a:extLst>
          </p:cNvPr>
          <p:cNvSpPr/>
          <p:nvPr userDrawn="1"/>
        </p:nvSpPr>
        <p:spPr>
          <a:xfrm>
            <a:off x="680650" y="3287167"/>
            <a:ext cx="5143534" cy="3571104"/>
          </a:xfrm>
          <a:prstGeom prst="round1Rect">
            <a:avLst>
              <a:gd name="adj" fmla="val 3659"/>
            </a:avLst>
          </a:prstGeom>
          <a:solidFill>
            <a:srgbClr val="81D8FF">
              <a:alpha val="50000"/>
            </a:srgbClr>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39" name="Прямоугольник с одним скругленным углом 528">
            <a:extLst>
              <a:ext uri="{FF2B5EF4-FFF2-40B4-BE49-F238E27FC236}">
                <a16:creationId xmlns:a16="http://schemas.microsoft.com/office/drawing/2014/main" id="{6B8FD9E8-6B7D-496A-A1D7-293A00258F0D}"/>
              </a:ext>
            </a:extLst>
          </p:cNvPr>
          <p:cNvSpPr/>
          <p:nvPr userDrawn="1"/>
        </p:nvSpPr>
        <p:spPr>
          <a:xfrm>
            <a:off x="673912" y="5722549"/>
            <a:ext cx="4966719" cy="1135722"/>
          </a:xfrm>
          <a:prstGeom prst="round1Rect">
            <a:avLst>
              <a:gd name="adj" fmla="val 10912"/>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r>
              <a:rPr kumimoji="0" lang="ru-RU" sz="1092" b="0" i="0" u="none" strike="noStrike" kern="0" cap="none" spc="0" normalizeH="0" baseline="0" noProof="0" dirty="0">
                <a:ln>
                  <a:noFill/>
                </a:ln>
                <a:solidFill>
                  <a:prstClr val="white"/>
                </a:solidFill>
                <a:effectLst/>
                <a:uLnTx/>
                <a:uFillTx/>
                <a:latin typeface="Segoe UI"/>
                <a:ea typeface="+mn-ea"/>
                <a:cs typeface="+mn-cs"/>
              </a:rPr>
              <a:t>ф</a:t>
            </a:r>
          </a:p>
        </p:txBody>
      </p:sp>
      <p:pic>
        <p:nvPicPr>
          <p:cNvPr id="40" name="Picture 8">
            <a:extLst>
              <a:ext uri="{FF2B5EF4-FFF2-40B4-BE49-F238E27FC236}">
                <a16:creationId xmlns:a16="http://schemas.microsoft.com/office/drawing/2014/main" id="{135C2BD3-8F2C-463F-9831-B28AFB6AA25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8835" y="6219255"/>
            <a:ext cx="4532605" cy="370798"/>
          </a:xfrm>
          <a:prstGeom prst="rect">
            <a:avLst/>
          </a:prstGeom>
        </p:spPr>
      </p:pic>
      <p:sp>
        <p:nvSpPr>
          <p:cNvPr id="41" name="object 36">
            <a:extLst>
              <a:ext uri="{FF2B5EF4-FFF2-40B4-BE49-F238E27FC236}">
                <a16:creationId xmlns:a16="http://schemas.microsoft.com/office/drawing/2014/main" id="{EA2C7427-E8F1-463F-9F72-F1FE5EDE50BD}"/>
              </a:ext>
            </a:extLst>
          </p:cNvPr>
          <p:cNvSpPr txBox="1"/>
          <p:nvPr userDrawn="1"/>
        </p:nvSpPr>
        <p:spPr>
          <a:xfrm>
            <a:off x="3330685" y="5802779"/>
            <a:ext cx="2067219" cy="280680"/>
          </a:xfrm>
          <a:prstGeom prst="rect">
            <a:avLst/>
          </a:prstGeom>
        </p:spPr>
        <p:txBody>
          <a:bodyPr vert="horz" wrap="square" lIns="0" tIns="56223" rIns="0" bIns="0" rtlCol="0">
            <a:spAutoFit/>
          </a:bodyPr>
          <a:lstStyle/>
          <a:p>
            <a:pPr algn="r">
              <a:spcBef>
                <a:spcPts val="443"/>
              </a:spcBef>
            </a:pPr>
            <a:r>
              <a:rPr lang="en-US" sz="1455" b="1" spc="-6" dirty="0">
                <a:solidFill>
                  <a:srgbClr val="008BCB"/>
                </a:solidFill>
                <a:latin typeface="Segoe UI"/>
                <a:cs typeface="Arial Unicode MS"/>
              </a:rPr>
              <a:t>Shareholders</a:t>
            </a:r>
            <a:endParaRPr lang="en-US" sz="1455" b="1" dirty="0">
              <a:solidFill>
                <a:srgbClr val="008BCB"/>
              </a:solidFill>
              <a:latin typeface="Segoe UI"/>
              <a:cs typeface="Arial Unicode MS"/>
            </a:endParaRPr>
          </a:p>
        </p:txBody>
      </p:sp>
      <p:sp>
        <p:nvSpPr>
          <p:cNvPr id="10" name="Text Placeholder 9">
            <a:extLst>
              <a:ext uri="{FF2B5EF4-FFF2-40B4-BE49-F238E27FC236}">
                <a16:creationId xmlns:a16="http://schemas.microsoft.com/office/drawing/2014/main" id="{FEC39FDF-B79D-4C4A-95E2-0E2D3D5F7183}"/>
              </a:ext>
            </a:extLst>
          </p:cNvPr>
          <p:cNvSpPr>
            <a:spLocks noGrp="1"/>
          </p:cNvSpPr>
          <p:nvPr>
            <p:ph type="body" sz="quarter" idx="12" hasCustomPrompt="1"/>
          </p:nvPr>
        </p:nvSpPr>
        <p:spPr>
          <a:xfrm>
            <a:off x="918371" y="3549409"/>
            <a:ext cx="2953054" cy="410599"/>
          </a:xfrm>
          <a:prstGeom prst="rect">
            <a:avLst/>
          </a:prstGeom>
        </p:spPr>
        <p:txBody>
          <a:bodyPr anchor="ctr"/>
          <a:lstStyle>
            <a:lvl1pPr marL="0" indent="0">
              <a:buNone/>
              <a:defRPr sz="2304" b="1">
                <a:solidFill>
                  <a:schemeClr val="bg1"/>
                </a:solidFill>
                <a:latin typeface="Segoe UI" panose="020B0502040204020203" pitchFamily="34" charset="0"/>
                <a:cs typeface="Segoe UI" panose="020B0502040204020203" pitchFamily="34" charset="0"/>
              </a:defRPr>
            </a:lvl1pPr>
          </a:lstStyle>
          <a:p>
            <a:pPr lvl="0"/>
            <a:r>
              <a:rPr lang="en-US" dirty="0"/>
              <a:t>Subtitle</a:t>
            </a:r>
          </a:p>
        </p:txBody>
      </p:sp>
      <p:sp>
        <p:nvSpPr>
          <p:cNvPr id="54" name="Text Placeholder 9">
            <a:extLst>
              <a:ext uri="{FF2B5EF4-FFF2-40B4-BE49-F238E27FC236}">
                <a16:creationId xmlns:a16="http://schemas.microsoft.com/office/drawing/2014/main" id="{FEB5138B-2CB4-4DB8-B705-6F6598FFAF10}"/>
              </a:ext>
            </a:extLst>
          </p:cNvPr>
          <p:cNvSpPr>
            <a:spLocks noGrp="1"/>
          </p:cNvSpPr>
          <p:nvPr>
            <p:ph type="body" sz="quarter" idx="13" hasCustomPrompt="1"/>
          </p:nvPr>
        </p:nvSpPr>
        <p:spPr>
          <a:xfrm>
            <a:off x="918371" y="4046115"/>
            <a:ext cx="2953054" cy="410599"/>
          </a:xfrm>
          <a:prstGeom prst="rect">
            <a:avLst/>
          </a:prstGeom>
        </p:spPr>
        <p:txBody>
          <a:bodyPr anchor="ctr"/>
          <a:lstStyle>
            <a:lvl1pPr marL="0" indent="0">
              <a:buNone/>
              <a:defRPr sz="1940" b="1">
                <a:solidFill>
                  <a:schemeClr val="bg1"/>
                </a:solidFill>
                <a:latin typeface="Segoe UI" panose="020B0502040204020203" pitchFamily="34" charset="0"/>
                <a:cs typeface="Segoe UI" panose="020B0502040204020203" pitchFamily="34" charset="0"/>
              </a:defRPr>
            </a:lvl1pPr>
          </a:lstStyle>
          <a:p>
            <a:pPr lvl="0"/>
            <a:r>
              <a:rPr lang="en-US" dirty="0"/>
              <a:t>Subtitle</a:t>
            </a:r>
          </a:p>
        </p:txBody>
      </p:sp>
      <p:sp>
        <p:nvSpPr>
          <p:cNvPr id="55" name="Text Placeholder 9">
            <a:extLst>
              <a:ext uri="{FF2B5EF4-FFF2-40B4-BE49-F238E27FC236}">
                <a16:creationId xmlns:a16="http://schemas.microsoft.com/office/drawing/2014/main" id="{B56C181C-3E99-43BD-84EC-C11BBA0BE6AD}"/>
              </a:ext>
            </a:extLst>
          </p:cNvPr>
          <p:cNvSpPr>
            <a:spLocks noGrp="1"/>
          </p:cNvSpPr>
          <p:nvPr>
            <p:ph type="body" sz="quarter" idx="14" hasCustomPrompt="1"/>
          </p:nvPr>
        </p:nvSpPr>
        <p:spPr>
          <a:xfrm>
            <a:off x="918371" y="4545702"/>
            <a:ext cx="2953054" cy="410599"/>
          </a:xfrm>
          <a:prstGeom prst="rect">
            <a:avLst/>
          </a:prstGeom>
        </p:spPr>
        <p:txBody>
          <a:bodyPr anchor="ctr"/>
          <a:lstStyle>
            <a:lvl1pPr marL="0" indent="0">
              <a:buNone/>
              <a:defRPr sz="1940" b="1">
                <a:solidFill>
                  <a:srgbClr val="575756"/>
                </a:solidFill>
                <a:latin typeface="Segoe UI" panose="020B0502040204020203" pitchFamily="34" charset="0"/>
                <a:cs typeface="Segoe UI" panose="020B0502040204020203" pitchFamily="34" charset="0"/>
              </a:defRPr>
            </a:lvl1pPr>
          </a:lstStyle>
          <a:p>
            <a:pPr lvl="0"/>
            <a:r>
              <a:rPr lang="en-US" dirty="0"/>
              <a:t>Subtitle</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1" y="1073312"/>
            <a:ext cx="5143455"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0DBBCDD5-E84A-A695-FBCB-49DF4A339ACD}"/>
              </a:ext>
            </a:extLst>
          </p:cNvPr>
          <p:cNvSpPr>
            <a:spLocks noGrp="1"/>
          </p:cNvSpPr>
          <p:nvPr>
            <p:ph type="body" sz="quarter" idx="16"/>
          </p:nvPr>
        </p:nvSpPr>
        <p:spPr>
          <a:xfrm>
            <a:off x="680597" y="1599833"/>
            <a:ext cx="5147433" cy="1418389"/>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A0A8369D-6A11-7FA1-E7B1-EC015BAE9831}"/>
              </a:ext>
            </a:extLst>
          </p:cNvPr>
          <p:cNvSpPr>
            <a:spLocks noGrp="1"/>
          </p:cNvSpPr>
          <p:nvPr>
            <p:ph type="pic" sz="quarter" idx="17"/>
          </p:nvPr>
        </p:nvSpPr>
        <p:spPr>
          <a:xfrm>
            <a:off x="6188925" y="1073369"/>
            <a:ext cx="5147277" cy="5145887"/>
          </a:xfrm>
          <a:prstGeom prst="rect">
            <a:avLst/>
          </a:prstGeom>
        </p:spPr>
        <p:txBody>
          <a:bodyPr/>
          <a:lstStyle/>
          <a:p>
            <a:r>
              <a:rPr lang="en-US"/>
              <a:t>Click icon to add picture</a:t>
            </a:r>
          </a:p>
        </p:txBody>
      </p:sp>
      <p:sp>
        <p:nvSpPr>
          <p:cNvPr id="45" name="Прямоугольник с одним скругленным углом 45">
            <a:extLst>
              <a:ext uri="{FF2B5EF4-FFF2-40B4-BE49-F238E27FC236}">
                <a16:creationId xmlns:a16="http://schemas.microsoft.com/office/drawing/2014/main" id="{58A8955C-86BC-4AF9-9BA8-3718C372DF26}"/>
              </a:ext>
            </a:extLst>
          </p:cNvPr>
          <p:cNvSpPr/>
          <p:nvPr userDrawn="1"/>
        </p:nvSpPr>
        <p:spPr>
          <a:xfrm flipH="1">
            <a:off x="6188925" y="6027428"/>
            <a:ext cx="5147209" cy="830842"/>
          </a:xfrm>
          <a:prstGeom prst="round1Rect">
            <a:avLst>
              <a:gd name="adj" fmla="val 10912"/>
            </a:avLst>
          </a:prstGeom>
          <a:solidFill>
            <a:srgbClr val="C0EB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6" name="Text Placeholder 12">
            <a:extLst>
              <a:ext uri="{FF2B5EF4-FFF2-40B4-BE49-F238E27FC236}">
                <a16:creationId xmlns:a16="http://schemas.microsoft.com/office/drawing/2014/main" id="{94F65E8A-2295-9CBC-4BCE-678C4D029A2D}"/>
              </a:ext>
            </a:extLst>
          </p:cNvPr>
          <p:cNvSpPr>
            <a:spLocks noGrp="1"/>
          </p:cNvSpPr>
          <p:nvPr>
            <p:ph type="body" sz="quarter" idx="20"/>
          </p:nvPr>
        </p:nvSpPr>
        <p:spPr>
          <a:xfrm>
            <a:off x="6292863" y="6083534"/>
            <a:ext cx="4928783" cy="676276"/>
          </a:xfrm>
          <a:prstGeom prst="rect">
            <a:avLst/>
          </a:prstGeom>
        </p:spPr>
        <p:txBody>
          <a:bodyPr/>
          <a:lstStyle>
            <a:lvl1pPr marL="0" indent="0">
              <a:buFontTx/>
              <a:buNone/>
              <a:defRPr sz="849" b="1">
                <a:solidFill>
                  <a:srgbClr val="008BCB"/>
                </a:solidFill>
                <a:latin typeface="+mj-lt"/>
              </a:defRPr>
            </a:lvl1pPr>
            <a:lvl2pPr marL="277250" indent="0">
              <a:buNone/>
              <a:defRPr/>
            </a:lvl2pPr>
          </a:lstStyle>
          <a:p>
            <a:pPr lvl="0"/>
            <a:r>
              <a:rPr lang="en-US"/>
              <a:t>Click to edit Master text styles</a:t>
            </a:r>
          </a:p>
        </p:txBody>
      </p:sp>
    </p:spTree>
    <p:extLst>
      <p:ext uri="{BB962C8B-B14F-4D97-AF65-F5344CB8AC3E}">
        <p14:creationId xmlns:p14="http://schemas.microsoft.com/office/powerpoint/2010/main" val="2797653443"/>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with Text, Charts, Pictures &amp; Ic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8" name="Прямоугольник с одним скругленным углом 527">
            <a:extLst>
              <a:ext uri="{FF2B5EF4-FFF2-40B4-BE49-F238E27FC236}">
                <a16:creationId xmlns:a16="http://schemas.microsoft.com/office/drawing/2014/main" id="{B0220DFE-CDAD-4F70-B1BC-3F1469AEB16D}"/>
              </a:ext>
            </a:extLst>
          </p:cNvPr>
          <p:cNvSpPr/>
          <p:nvPr userDrawn="1"/>
        </p:nvSpPr>
        <p:spPr>
          <a:xfrm>
            <a:off x="680650" y="3287167"/>
            <a:ext cx="5143534" cy="3571104"/>
          </a:xfrm>
          <a:prstGeom prst="round1Rect">
            <a:avLst>
              <a:gd name="adj" fmla="val 3659"/>
            </a:avLst>
          </a:prstGeom>
          <a:solidFill>
            <a:srgbClr val="81D8FF">
              <a:alpha val="50000"/>
            </a:srgbClr>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39" name="Прямоугольник с одним скругленным углом 528">
            <a:extLst>
              <a:ext uri="{FF2B5EF4-FFF2-40B4-BE49-F238E27FC236}">
                <a16:creationId xmlns:a16="http://schemas.microsoft.com/office/drawing/2014/main" id="{6B8FD9E8-6B7D-496A-A1D7-293A00258F0D}"/>
              </a:ext>
            </a:extLst>
          </p:cNvPr>
          <p:cNvSpPr/>
          <p:nvPr userDrawn="1"/>
        </p:nvSpPr>
        <p:spPr>
          <a:xfrm>
            <a:off x="673912" y="5722549"/>
            <a:ext cx="4966719" cy="1135722"/>
          </a:xfrm>
          <a:prstGeom prst="round1Rect">
            <a:avLst>
              <a:gd name="adj" fmla="val 10912"/>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r>
              <a:rPr kumimoji="0" lang="ru-RU" sz="1092" b="0" i="0" u="none" strike="noStrike" kern="0" cap="none" spc="0" normalizeH="0" baseline="0" noProof="0" dirty="0">
                <a:ln>
                  <a:noFill/>
                </a:ln>
                <a:solidFill>
                  <a:prstClr val="white"/>
                </a:solidFill>
                <a:effectLst/>
                <a:uLnTx/>
                <a:uFillTx/>
                <a:latin typeface="Segoe UI"/>
                <a:ea typeface="+mn-ea"/>
                <a:cs typeface="+mn-cs"/>
              </a:rPr>
              <a:t>ф</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1" y="1073312"/>
            <a:ext cx="5143455"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5" name="Прямоугольник с одним скругленным углом 45">
            <a:extLst>
              <a:ext uri="{FF2B5EF4-FFF2-40B4-BE49-F238E27FC236}">
                <a16:creationId xmlns:a16="http://schemas.microsoft.com/office/drawing/2014/main" id="{2B0D2D78-9F17-0770-AFDF-BCC5B6F82B43}"/>
              </a:ext>
            </a:extLst>
          </p:cNvPr>
          <p:cNvSpPr/>
          <p:nvPr userDrawn="1"/>
        </p:nvSpPr>
        <p:spPr>
          <a:xfrm flipH="1">
            <a:off x="6188925" y="4739287"/>
            <a:ext cx="5147209" cy="2118985"/>
          </a:xfrm>
          <a:prstGeom prst="round1Rect">
            <a:avLst>
              <a:gd name="adj" fmla="val 7302"/>
            </a:avLst>
          </a:prstGeom>
          <a:solidFill>
            <a:srgbClr val="C0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7" name="Picture Placeholder 6">
            <a:extLst>
              <a:ext uri="{FF2B5EF4-FFF2-40B4-BE49-F238E27FC236}">
                <a16:creationId xmlns:a16="http://schemas.microsoft.com/office/drawing/2014/main" id="{5BE9AE91-BC01-9D11-9CE8-DC80A13F19CD}"/>
              </a:ext>
            </a:extLst>
          </p:cNvPr>
          <p:cNvSpPr>
            <a:spLocks noGrp="1"/>
          </p:cNvSpPr>
          <p:nvPr>
            <p:ph type="pic" sz="quarter" idx="16"/>
          </p:nvPr>
        </p:nvSpPr>
        <p:spPr>
          <a:xfrm>
            <a:off x="6183122" y="1201401"/>
            <a:ext cx="5153081" cy="3537885"/>
          </a:xfrm>
          <a:prstGeom prst="rect">
            <a:avLst/>
          </a:prstGeom>
        </p:spPr>
        <p:txBody>
          <a:bodyPr/>
          <a:lstStyle/>
          <a:p>
            <a:r>
              <a:rPr lang="en-US"/>
              <a:t>Click icon to add picture</a:t>
            </a:r>
          </a:p>
        </p:txBody>
      </p:sp>
      <p:sp>
        <p:nvSpPr>
          <p:cNvPr id="11" name="Chart Placeholder 10">
            <a:extLst>
              <a:ext uri="{FF2B5EF4-FFF2-40B4-BE49-F238E27FC236}">
                <a16:creationId xmlns:a16="http://schemas.microsoft.com/office/drawing/2014/main" id="{DC37A32A-B58F-C2D6-F038-32E61C9E1474}"/>
              </a:ext>
            </a:extLst>
          </p:cNvPr>
          <p:cNvSpPr>
            <a:spLocks noGrp="1"/>
          </p:cNvSpPr>
          <p:nvPr>
            <p:ph type="chart" sz="quarter" idx="17"/>
          </p:nvPr>
        </p:nvSpPr>
        <p:spPr>
          <a:xfrm>
            <a:off x="783600" y="3429000"/>
            <a:ext cx="4856584" cy="2141922"/>
          </a:xfrm>
          <a:prstGeom prst="rect">
            <a:avLst/>
          </a:prstGeom>
        </p:spPr>
        <p:txBody>
          <a:bodyPr/>
          <a:lstStyle/>
          <a:p>
            <a:r>
              <a:rPr lang="en-US"/>
              <a:t>Click icon to add chart</a:t>
            </a:r>
          </a:p>
        </p:txBody>
      </p:sp>
      <p:sp>
        <p:nvSpPr>
          <p:cNvPr id="3" name="Text Placeholder 2">
            <a:extLst>
              <a:ext uri="{FF2B5EF4-FFF2-40B4-BE49-F238E27FC236}">
                <a16:creationId xmlns:a16="http://schemas.microsoft.com/office/drawing/2014/main" id="{59396C23-6F57-32BE-8CA0-D41077F74BB2}"/>
              </a:ext>
            </a:extLst>
          </p:cNvPr>
          <p:cNvSpPr>
            <a:spLocks noGrp="1"/>
          </p:cNvSpPr>
          <p:nvPr>
            <p:ph type="body" sz="quarter" idx="18"/>
          </p:nvPr>
        </p:nvSpPr>
        <p:spPr>
          <a:xfrm>
            <a:off x="680597" y="1599833"/>
            <a:ext cx="5147433" cy="1418389"/>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7BD22F32-98B9-F958-5BB3-4A474A7A4B8A}"/>
              </a:ext>
            </a:extLst>
          </p:cNvPr>
          <p:cNvSpPr>
            <a:spLocks noGrp="1"/>
          </p:cNvSpPr>
          <p:nvPr>
            <p:ph type="body" sz="quarter" idx="19" hasCustomPrompt="1"/>
          </p:nvPr>
        </p:nvSpPr>
        <p:spPr>
          <a:xfrm>
            <a:off x="783601" y="5839869"/>
            <a:ext cx="4614303" cy="903417"/>
          </a:xfrm>
          <a:prstGeom prst="rect">
            <a:avLst/>
          </a:prstGeom>
        </p:spPr>
        <p:txBody>
          <a:bodyPr/>
          <a:lstStyle>
            <a:lvl1pPr marL="0" indent="0" algn="r">
              <a:buNone/>
              <a:defRPr sz="1455" b="1">
                <a:solidFill>
                  <a:srgbClr val="008BCB"/>
                </a:solidFill>
              </a:defRPr>
            </a:lvl1pPr>
            <a:lvl2pPr marL="277250" indent="0">
              <a:buNone/>
              <a:defRPr/>
            </a:lvl2pPr>
          </a:lstStyle>
          <a:p>
            <a:pPr lvl="0"/>
            <a:r>
              <a:rPr lang="en-US" dirty="0"/>
              <a:t>Subtitle</a:t>
            </a:r>
          </a:p>
        </p:txBody>
      </p:sp>
      <p:sp>
        <p:nvSpPr>
          <p:cNvPr id="4" name="Text Placeholder 12">
            <a:extLst>
              <a:ext uri="{FF2B5EF4-FFF2-40B4-BE49-F238E27FC236}">
                <a16:creationId xmlns:a16="http://schemas.microsoft.com/office/drawing/2014/main" id="{26435614-05CC-4E01-1E33-56160C8C375B}"/>
              </a:ext>
            </a:extLst>
          </p:cNvPr>
          <p:cNvSpPr>
            <a:spLocks noGrp="1"/>
          </p:cNvSpPr>
          <p:nvPr>
            <p:ph type="body" sz="quarter" idx="20"/>
          </p:nvPr>
        </p:nvSpPr>
        <p:spPr>
          <a:xfrm>
            <a:off x="6292863" y="4886471"/>
            <a:ext cx="4928783" cy="1873339"/>
          </a:xfrm>
          <a:prstGeom prst="rect">
            <a:avLst/>
          </a:prstGeom>
        </p:spPr>
        <p:txBody>
          <a:bodyPr/>
          <a:lstStyle>
            <a:lvl1pPr marL="0" indent="0">
              <a:buFontTx/>
              <a:buNone/>
              <a:defRPr sz="849" b="1">
                <a:solidFill>
                  <a:srgbClr val="008BCB"/>
                </a:solidFill>
                <a:latin typeface="+mj-lt"/>
              </a:defRPr>
            </a:lvl1pPr>
            <a:lvl2pPr marL="277250" indent="0">
              <a:buNone/>
              <a:defRPr/>
            </a:lvl2pPr>
          </a:lstStyle>
          <a:p>
            <a:pPr lvl="0"/>
            <a:r>
              <a:rPr lang="en-US"/>
              <a:t>Click to edit Master text styles</a:t>
            </a:r>
          </a:p>
        </p:txBody>
      </p:sp>
    </p:spTree>
    <p:extLst>
      <p:ext uri="{BB962C8B-B14F-4D97-AF65-F5344CB8AC3E}">
        <p14:creationId xmlns:p14="http://schemas.microsoft.com/office/powerpoint/2010/main" val="2055523135"/>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with Pictures, Rectangles &amp;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45" name="Прямоугольник с одним скругленным углом 45">
            <a:extLst>
              <a:ext uri="{FF2B5EF4-FFF2-40B4-BE49-F238E27FC236}">
                <a16:creationId xmlns:a16="http://schemas.microsoft.com/office/drawing/2014/main" id="{58A8955C-86BC-4AF9-9BA8-3718C372DF26}"/>
              </a:ext>
            </a:extLst>
          </p:cNvPr>
          <p:cNvSpPr/>
          <p:nvPr userDrawn="1"/>
        </p:nvSpPr>
        <p:spPr>
          <a:xfrm flipH="1">
            <a:off x="6188925" y="5852981"/>
            <a:ext cx="5147209" cy="1005289"/>
          </a:xfrm>
          <a:prstGeom prst="round1Rect">
            <a:avLst>
              <a:gd name="adj" fmla="val 10912"/>
            </a:avLst>
          </a:prstGeom>
          <a:solidFill>
            <a:srgbClr val="C0EB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0" y="1073312"/>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9" name="Picture Placeholder 8">
            <a:extLst>
              <a:ext uri="{FF2B5EF4-FFF2-40B4-BE49-F238E27FC236}">
                <a16:creationId xmlns:a16="http://schemas.microsoft.com/office/drawing/2014/main" id="{FAA35A19-22DA-124C-3F96-B9AC61FD385A}"/>
              </a:ext>
            </a:extLst>
          </p:cNvPr>
          <p:cNvSpPr>
            <a:spLocks noGrp="1"/>
          </p:cNvSpPr>
          <p:nvPr>
            <p:ph type="pic" sz="quarter" idx="17"/>
          </p:nvPr>
        </p:nvSpPr>
        <p:spPr>
          <a:xfrm>
            <a:off x="676842" y="1680791"/>
            <a:ext cx="5147209" cy="4419595"/>
          </a:xfrm>
          <a:prstGeom prst="rect">
            <a:avLst/>
          </a:prstGeom>
        </p:spPr>
        <p:txBody>
          <a:bodyPr/>
          <a:lstStyle/>
          <a:p>
            <a:r>
              <a:rPr lang="en-US"/>
              <a:t>Click icon to add picture</a:t>
            </a:r>
          </a:p>
        </p:txBody>
      </p:sp>
      <p:sp>
        <p:nvSpPr>
          <p:cNvPr id="13" name="Text Placeholder 12">
            <a:extLst>
              <a:ext uri="{FF2B5EF4-FFF2-40B4-BE49-F238E27FC236}">
                <a16:creationId xmlns:a16="http://schemas.microsoft.com/office/drawing/2014/main" id="{4C6EBA4D-18E1-1974-822F-8860797AAF9F}"/>
              </a:ext>
            </a:extLst>
          </p:cNvPr>
          <p:cNvSpPr>
            <a:spLocks noGrp="1"/>
          </p:cNvSpPr>
          <p:nvPr>
            <p:ph type="body" sz="quarter" idx="18"/>
          </p:nvPr>
        </p:nvSpPr>
        <p:spPr>
          <a:xfrm>
            <a:off x="6292863" y="5976203"/>
            <a:ext cx="4928783" cy="783606"/>
          </a:xfrm>
          <a:prstGeom prst="rect">
            <a:avLst/>
          </a:prstGeom>
        </p:spPr>
        <p:txBody>
          <a:bodyPr/>
          <a:lstStyle>
            <a:lvl1pPr marL="0" indent="0">
              <a:buFontTx/>
              <a:buNone/>
              <a:defRPr sz="1092" b="1">
                <a:solidFill>
                  <a:srgbClr val="008BCB"/>
                </a:solidFill>
                <a:latin typeface="+mj-lt"/>
              </a:defRPr>
            </a:lvl1pPr>
            <a:lvl2pPr marL="277250" indent="0">
              <a:buNone/>
              <a:defRPr/>
            </a:lvl2pPr>
          </a:lstStyle>
          <a:p>
            <a:pPr lvl="0"/>
            <a:r>
              <a:rPr lang="en-US"/>
              <a:t>Click to edit Master text styles</a:t>
            </a:r>
          </a:p>
        </p:txBody>
      </p:sp>
      <p:sp>
        <p:nvSpPr>
          <p:cNvPr id="15" name="Picture Placeholder 14">
            <a:extLst>
              <a:ext uri="{FF2B5EF4-FFF2-40B4-BE49-F238E27FC236}">
                <a16:creationId xmlns:a16="http://schemas.microsoft.com/office/drawing/2014/main" id="{51AF53B0-D18D-511E-D231-625F60D543FA}"/>
              </a:ext>
            </a:extLst>
          </p:cNvPr>
          <p:cNvSpPr>
            <a:spLocks noGrp="1"/>
          </p:cNvSpPr>
          <p:nvPr>
            <p:ph type="pic" sz="quarter" idx="19"/>
          </p:nvPr>
        </p:nvSpPr>
        <p:spPr>
          <a:xfrm>
            <a:off x="6188897" y="1680808"/>
            <a:ext cx="5149230" cy="4172175"/>
          </a:xfrm>
          <a:prstGeom prst="rect">
            <a:avLst/>
          </a:prstGeom>
        </p:spPr>
        <p:txBody>
          <a:bodyPr/>
          <a:lstStyle/>
          <a:p>
            <a:r>
              <a:rPr lang="en-US"/>
              <a:t>Click icon to add picture</a:t>
            </a:r>
          </a:p>
        </p:txBody>
      </p:sp>
    </p:spTree>
    <p:extLst>
      <p:ext uri="{BB962C8B-B14F-4D97-AF65-F5344CB8AC3E}">
        <p14:creationId xmlns:p14="http://schemas.microsoft.com/office/powerpoint/2010/main" val="3962456888"/>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with 2 Pictures, Rectangles &amp;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0" y="1172555"/>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3" name="Прямоугольник с одним скругленным углом 45">
            <a:extLst>
              <a:ext uri="{FF2B5EF4-FFF2-40B4-BE49-F238E27FC236}">
                <a16:creationId xmlns:a16="http://schemas.microsoft.com/office/drawing/2014/main" id="{3682F9B0-276B-00FE-3E14-07AE793FC729}"/>
              </a:ext>
            </a:extLst>
          </p:cNvPr>
          <p:cNvSpPr/>
          <p:nvPr userDrawn="1"/>
        </p:nvSpPr>
        <p:spPr>
          <a:xfrm flipH="1">
            <a:off x="6191278" y="6027431"/>
            <a:ext cx="5155536" cy="830841"/>
          </a:xfrm>
          <a:prstGeom prst="round1Rect">
            <a:avLst>
              <a:gd name="adj" fmla="val 23234"/>
            </a:avLst>
          </a:prstGeom>
          <a:solidFill>
            <a:srgbClr val="C0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53" name="Picture Placeholder 52">
            <a:extLst>
              <a:ext uri="{FF2B5EF4-FFF2-40B4-BE49-F238E27FC236}">
                <a16:creationId xmlns:a16="http://schemas.microsoft.com/office/drawing/2014/main" id="{8B09E83E-F7EC-2366-1289-EBF85A1ECD88}"/>
              </a:ext>
            </a:extLst>
          </p:cNvPr>
          <p:cNvSpPr>
            <a:spLocks noGrp="1"/>
          </p:cNvSpPr>
          <p:nvPr>
            <p:ph type="pic" sz="quarter" idx="16"/>
          </p:nvPr>
        </p:nvSpPr>
        <p:spPr>
          <a:xfrm>
            <a:off x="674821" y="1740370"/>
            <a:ext cx="5152119" cy="2352866"/>
          </a:xfrm>
          <a:prstGeom prst="rect">
            <a:avLst/>
          </a:prstGeom>
        </p:spPr>
        <p:txBody>
          <a:bodyPr/>
          <a:lstStyle/>
          <a:p>
            <a:r>
              <a:rPr lang="en-US"/>
              <a:t>Click icon to add picture</a:t>
            </a:r>
            <a:endParaRPr lang="en-US" dirty="0"/>
          </a:p>
        </p:txBody>
      </p:sp>
      <p:sp>
        <p:nvSpPr>
          <p:cNvPr id="57" name="Picture Placeholder 56">
            <a:extLst>
              <a:ext uri="{FF2B5EF4-FFF2-40B4-BE49-F238E27FC236}">
                <a16:creationId xmlns:a16="http://schemas.microsoft.com/office/drawing/2014/main" id="{C535AF1C-0308-255F-4F20-10F635CD355C}"/>
              </a:ext>
            </a:extLst>
          </p:cNvPr>
          <p:cNvSpPr>
            <a:spLocks noGrp="1"/>
          </p:cNvSpPr>
          <p:nvPr>
            <p:ph type="pic" sz="quarter" idx="18"/>
          </p:nvPr>
        </p:nvSpPr>
        <p:spPr>
          <a:xfrm>
            <a:off x="6190823" y="1740492"/>
            <a:ext cx="5155969" cy="4286732"/>
          </a:xfrm>
          <a:prstGeom prst="rect">
            <a:avLst/>
          </a:prstGeom>
        </p:spPr>
        <p:txBody>
          <a:bodyPr/>
          <a:lstStyle/>
          <a:p>
            <a:r>
              <a:rPr lang="en-US"/>
              <a:t>Click icon to add picture</a:t>
            </a:r>
          </a:p>
        </p:txBody>
      </p:sp>
      <p:sp>
        <p:nvSpPr>
          <p:cNvPr id="59" name="Text Placeholder 58">
            <a:extLst>
              <a:ext uri="{FF2B5EF4-FFF2-40B4-BE49-F238E27FC236}">
                <a16:creationId xmlns:a16="http://schemas.microsoft.com/office/drawing/2014/main" id="{1AC1E809-E7A7-FF2D-284F-9E6475F76871}"/>
              </a:ext>
            </a:extLst>
          </p:cNvPr>
          <p:cNvSpPr>
            <a:spLocks noGrp="1"/>
          </p:cNvSpPr>
          <p:nvPr>
            <p:ph type="body" sz="quarter" idx="19" hasCustomPrompt="1"/>
          </p:nvPr>
        </p:nvSpPr>
        <p:spPr>
          <a:xfrm>
            <a:off x="6345808" y="6186062"/>
            <a:ext cx="4794012" cy="367737"/>
          </a:xfrm>
          <a:prstGeom prst="rect">
            <a:avLst/>
          </a:prstGeom>
        </p:spPr>
        <p:txBody>
          <a:bodyPr/>
          <a:lstStyle>
            <a:lvl1pPr marL="0" indent="0">
              <a:buNone/>
              <a:defRPr sz="1455" b="1">
                <a:solidFill>
                  <a:srgbClr val="008BCB"/>
                </a:solidFill>
              </a:defRPr>
            </a:lvl1pPr>
          </a:lstStyle>
          <a:p>
            <a:pPr lvl="0"/>
            <a:r>
              <a:rPr lang="en-US" dirty="0"/>
              <a:t>Subtitle</a:t>
            </a:r>
          </a:p>
        </p:txBody>
      </p:sp>
      <p:sp>
        <p:nvSpPr>
          <p:cNvPr id="3" name="Text Placeholder 2">
            <a:extLst>
              <a:ext uri="{FF2B5EF4-FFF2-40B4-BE49-F238E27FC236}">
                <a16:creationId xmlns:a16="http://schemas.microsoft.com/office/drawing/2014/main" id="{46F0B825-8BD8-9BCA-1F7E-D6CAA8633B95}"/>
              </a:ext>
            </a:extLst>
          </p:cNvPr>
          <p:cNvSpPr>
            <a:spLocks noGrp="1"/>
          </p:cNvSpPr>
          <p:nvPr>
            <p:ph type="body" sz="quarter" idx="20"/>
          </p:nvPr>
        </p:nvSpPr>
        <p:spPr>
          <a:xfrm>
            <a:off x="680597" y="4321387"/>
            <a:ext cx="5146343" cy="1575876"/>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7273218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with Text, Picture &amp; Rectang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Прямоугольник с одним скругленным углом 1123">
            <a:extLst>
              <a:ext uri="{FF2B5EF4-FFF2-40B4-BE49-F238E27FC236}">
                <a16:creationId xmlns:a16="http://schemas.microsoft.com/office/drawing/2014/main" id="{09706A04-2AAB-14D2-9DDA-9F06949055D5}"/>
              </a:ext>
            </a:extLst>
          </p:cNvPr>
          <p:cNvSpPr/>
          <p:nvPr userDrawn="1"/>
        </p:nvSpPr>
        <p:spPr>
          <a:xfrm flipH="1">
            <a:off x="6183044" y="4734519"/>
            <a:ext cx="5153089" cy="2123752"/>
          </a:xfrm>
          <a:prstGeom prst="round1Rect">
            <a:avLst>
              <a:gd name="adj" fmla="val 10912"/>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42" name="Text Placeholder 9">
            <a:extLst>
              <a:ext uri="{FF2B5EF4-FFF2-40B4-BE49-F238E27FC236}">
                <a16:creationId xmlns:a16="http://schemas.microsoft.com/office/drawing/2014/main" id="{8C2D7325-F196-0CC3-545A-5A02A4786280}"/>
              </a:ext>
            </a:extLst>
          </p:cNvPr>
          <p:cNvSpPr>
            <a:spLocks noGrp="1"/>
          </p:cNvSpPr>
          <p:nvPr>
            <p:ph type="body" sz="quarter" idx="15" hasCustomPrompt="1"/>
          </p:nvPr>
        </p:nvSpPr>
        <p:spPr>
          <a:xfrm>
            <a:off x="680650" y="1129822"/>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DEE79857-5671-6404-2E42-84CC2D0B0D12}"/>
              </a:ext>
            </a:extLst>
          </p:cNvPr>
          <p:cNvSpPr>
            <a:spLocks noGrp="1"/>
          </p:cNvSpPr>
          <p:nvPr>
            <p:ph type="body" sz="quarter" idx="14"/>
          </p:nvPr>
        </p:nvSpPr>
        <p:spPr>
          <a:xfrm>
            <a:off x="680597" y="1712850"/>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819072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grpSp>
        <p:nvGrpSpPr>
          <p:cNvPr id="43" name="Группа 27">
            <a:extLst>
              <a:ext uri="{FF2B5EF4-FFF2-40B4-BE49-F238E27FC236}">
                <a16:creationId xmlns:a16="http://schemas.microsoft.com/office/drawing/2014/main" id="{C00D69EB-68C6-4B9C-A7D8-B0E4D669D25A}"/>
              </a:ext>
            </a:extLst>
          </p:cNvPr>
          <p:cNvGrpSpPr/>
          <p:nvPr userDrawn="1"/>
        </p:nvGrpSpPr>
        <p:grpSpPr>
          <a:xfrm>
            <a:off x="1174338" y="5195304"/>
            <a:ext cx="5859169" cy="1513781"/>
            <a:chOff x="1348517" y="8855075"/>
            <a:chExt cx="9661525" cy="2496140"/>
          </a:xfrm>
        </p:grpSpPr>
        <p:sp>
          <p:nvSpPr>
            <p:cNvPr id="44" name="object 2">
              <a:extLst>
                <a:ext uri="{FF2B5EF4-FFF2-40B4-BE49-F238E27FC236}">
                  <a16:creationId xmlns:a16="http://schemas.microsoft.com/office/drawing/2014/main" id="{072A0D51-06B7-4E59-9D49-D2F92299439B}"/>
                </a:ext>
              </a:extLst>
            </p:cNvPr>
            <p:cNvSpPr txBox="1"/>
            <p:nvPr/>
          </p:nvSpPr>
          <p:spPr>
            <a:xfrm>
              <a:off x="1348517" y="10426388"/>
              <a:ext cx="9661525" cy="924827"/>
            </a:xfrm>
            <a:prstGeom prst="rect">
              <a:avLst/>
            </a:prstGeom>
          </p:spPr>
          <p:txBody>
            <a:bodyPr vert="horz" wrap="square" lIns="0" tIns="11431" rIns="0" bIns="0" rtlCol="0">
              <a:spAutoFit/>
            </a:bodyPr>
            <a:lstStyle/>
            <a:p>
              <a:pPr marL="7702" marR="3081" lvl="0" indent="0" defTabSz="554500" eaLnBrk="1" fontAlgn="auto" latinLnBrk="0" hangingPunct="1">
                <a:lnSpc>
                  <a:spcPct val="101499"/>
                </a:lnSpc>
                <a:spcBef>
                  <a:spcPts val="55"/>
                </a:spcBef>
                <a:spcAft>
                  <a:spcPts val="0"/>
                </a:spcAft>
                <a:buClrTx/>
                <a:buSzTx/>
                <a:buFontTx/>
                <a:buNone/>
                <a:tabLst/>
                <a:defRPr/>
              </a:pPr>
              <a:r>
                <a:rPr kumimoji="0" sz="1182" b="0" i="0" u="none" strike="noStrike" kern="0" cap="none" spc="0" normalizeH="0" baseline="0" noProof="0" dirty="0">
                  <a:ln>
                    <a:noFill/>
                  </a:ln>
                  <a:solidFill>
                    <a:prstClr val="white"/>
                  </a:solidFill>
                  <a:effectLst/>
                  <a:uLnTx/>
                  <a:uFillTx/>
                  <a:latin typeface="Segoe UI"/>
                  <a:cs typeface="Segoe UI"/>
                </a:rPr>
                <a:t>Қазақстан</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Республикасы,</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Атырау</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қаласы,</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Смағұлов</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көшесі,</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НКОК</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6" normalizeH="0" baseline="0" noProof="0" dirty="0">
                  <a:ln>
                    <a:noFill/>
                  </a:ln>
                  <a:solidFill>
                    <a:prstClr val="white"/>
                  </a:solidFill>
                  <a:effectLst/>
                  <a:uLnTx/>
                  <a:uFillTx/>
                  <a:latin typeface="Segoe UI"/>
                  <a:cs typeface="Segoe UI"/>
                </a:rPr>
                <a:t>кеңсесі </a:t>
              </a:r>
              <a:r>
                <a:rPr kumimoji="0" sz="1182" b="0" i="0" u="none" strike="noStrike" kern="0" cap="none" spc="0" normalizeH="0" baseline="0" noProof="0" dirty="0">
                  <a:ln>
                    <a:noFill/>
                  </a:ln>
                  <a:solidFill>
                    <a:prstClr val="white"/>
                  </a:solidFill>
                  <a:effectLst/>
                  <a:uLnTx/>
                  <a:uFillTx/>
                  <a:latin typeface="Segoe UI"/>
                  <a:cs typeface="Segoe UI"/>
                </a:rPr>
                <a:t>Республика</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Казахстан,</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г.</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Атырау,</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ул.</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Смагулова,</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офис</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12" normalizeH="0" baseline="0" noProof="0" dirty="0">
                  <a:ln>
                    <a:noFill/>
                  </a:ln>
                  <a:solidFill>
                    <a:prstClr val="white"/>
                  </a:solidFill>
                  <a:effectLst/>
                  <a:uLnTx/>
                  <a:uFillTx/>
                  <a:latin typeface="Segoe UI"/>
                  <a:cs typeface="Segoe UI"/>
                </a:rPr>
                <a:t>НКОК</a:t>
              </a:r>
              <a:endParaRPr kumimoji="0" sz="1182" b="0" i="0" u="none" strike="noStrike" kern="0" cap="none" spc="0" normalizeH="0" baseline="0" noProof="0" dirty="0">
                <a:ln>
                  <a:noFill/>
                </a:ln>
                <a:solidFill>
                  <a:prstClr val="white"/>
                </a:solidFill>
                <a:effectLst/>
                <a:uLnTx/>
                <a:uFillTx/>
                <a:latin typeface="Segoe UI"/>
                <a:cs typeface="Segoe UI"/>
              </a:endParaRPr>
            </a:p>
            <a:p>
              <a:pPr marL="7702" marR="0" lvl="0" indent="0" defTabSz="554500" eaLnBrk="1" fontAlgn="auto" latinLnBrk="0" hangingPunct="1">
                <a:lnSpc>
                  <a:spcPct val="100000"/>
                </a:lnSpc>
                <a:spcBef>
                  <a:spcPts val="21"/>
                </a:spcBef>
                <a:spcAft>
                  <a:spcPts val="0"/>
                </a:spcAft>
                <a:buClrTx/>
                <a:buSzTx/>
                <a:buFontTx/>
                <a:buNone/>
                <a:tabLst/>
                <a:defRPr/>
              </a:pP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Smagulov</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Street,</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NCOC</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office,</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Atyrau,</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Republic</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of</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6" normalizeH="0" baseline="0" noProof="0" dirty="0">
                  <a:ln>
                    <a:noFill/>
                  </a:ln>
                  <a:solidFill>
                    <a:prstClr val="white"/>
                  </a:solidFill>
                  <a:effectLst/>
                  <a:uLnTx/>
                  <a:uFillTx/>
                  <a:latin typeface="Segoe UI"/>
                  <a:cs typeface="Segoe UI"/>
                </a:rPr>
                <a:t>Kazakhstan</a:t>
              </a:r>
              <a:endParaRPr kumimoji="0" sz="1182" b="0" i="0" u="none" strike="noStrike" kern="0" cap="none" spc="0" normalizeH="0" baseline="0" noProof="0" dirty="0">
                <a:ln>
                  <a:noFill/>
                </a:ln>
                <a:solidFill>
                  <a:prstClr val="white"/>
                </a:solidFill>
                <a:effectLst/>
                <a:uLnTx/>
                <a:uFillTx/>
                <a:latin typeface="Segoe UI"/>
                <a:cs typeface="Segoe UI"/>
              </a:endParaRPr>
            </a:p>
          </p:txBody>
        </p:sp>
        <p:sp>
          <p:nvSpPr>
            <p:cNvPr id="45" name="Овал 29">
              <a:hlinkClick r:id="rId3"/>
              <a:extLst>
                <a:ext uri="{FF2B5EF4-FFF2-40B4-BE49-F238E27FC236}">
                  <a16:creationId xmlns:a16="http://schemas.microsoft.com/office/drawing/2014/main" id="{32C7E36F-CBBA-4F47-8EF3-44E660622C7C}"/>
                </a:ext>
              </a:extLst>
            </p:cNvPr>
            <p:cNvSpPr/>
            <p:nvPr/>
          </p:nvSpPr>
          <p:spPr>
            <a:xfrm>
              <a:off x="2051050"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46" name="object 2">
              <a:extLst>
                <a:ext uri="{FF2B5EF4-FFF2-40B4-BE49-F238E27FC236}">
                  <a16:creationId xmlns:a16="http://schemas.microsoft.com/office/drawing/2014/main" id="{726E5E97-2C6E-4575-85DB-C70CA1EBBDE4}"/>
                </a:ext>
              </a:extLst>
            </p:cNvPr>
            <p:cNvSpPr txBox="1"/>
            <p:nvPr/>
          </p:nvSpPr>
          <p:spPr>
            <a:xfrm>
              <a:off x="1348517" y="9333440"/>
              <a:ext cx="1540734" cy="302814"/>
            </a:xfrm>
            <a:prstGeom prst="rect">
              <a:avLst/>
            </a:prstGeom>
          </p:spPr>
          <p:txBody>
            <a:bodyPr vert="horz" wrap="square" lIns="0" tIns="11431" rIns="0" bIns="0" rtlCol="0">
              <a:spAutoFit/>
            </a:bodyPr>
            <a:lstStyle/>
            <a:p>
              <a:pPr marL="7702" marR="3081" lvl="0" indent="0"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6" normalizeH="0" baseline="0" noProof="0" dirty="0">
                  <a:ln>
                    <a:noFill/>
                  </a:ln>
                  <a:solidFill>
                    <a:srgbClr val="008FD1"/>
                  </a:solidFill>
                  <a:effectLst/>
                  <a:uLnTx/>
                  <a:uFillTx/>
                  <a:latin typeface="Segoe UI"/>
                  <a:cs typeface="Segoe UI"/>
                  <a:hlinkClick r:id="rId4"/>
                </a:rPr>
                <a:t>www.ncoc.kz</a:t>
              </a:r>
              <a:endParaRPr kumimoji="0" sz="1182" b="0" i="0" u="none" strike="noStrike" kern="0" cap="none" spc="0" normalizeH="0" baseline="0" noProof="0" dirty="0">
                <a:ln>
                  <a:noFill/>
                </a:ln>
                <a:solidFill>
                  <a:sysClr val="windowText" lastClr="000000"/>
                </a:solidFill>
                <a:effectLst/>
                <a:uLnTx/>
                <a:uFillTx/>
                <a:latin typeface="Segoe UI"/>
                <a:cs typeface="Segoe UI"/>
              </a:endParaRPr>
            </a:p>
          </p:txBody>
        </p:sp>
      </p:grpSp>
      <p:sp>
        <p:nvSpPr>
          <p:cNvPr id="47" name="object 13">
            <a:extLst>
              <a:ext uri="{FF2B5EF4-FFF2-40B4-BE49-F238E27FC236}">
                <a16:creationId xmlns:a16="http://schemas.microsoft.com/office/drawing/2014/main" id="{5C353F93-3EF3-445C-BA1C-18F3565FBED7}"/>
              </a:ext>
            </a:extLst>
          </p:cNvPr>
          <p:cNvSpPr/>
          <p:nvPr userDrawn="1"/>
        </p:nvSpPr>
        <p:spPr>
          <a:xfrm>
            <a:off x="855867" y="4879652"/>
            <a:ext cx="4151983" cy="1152689"/>
          </a:xfrm>
          <a:custGeom>
            <a:avLst/>
            <a:gdLst/>
            <a:ahLst/>
            <a:cxnLst/>
            <a:rect l="l" t="t" r="r" b="b"/>
            <a:pathLst>
              <a:path w="10711815" h="3675379">
                <a:moveTo>
                  <a:pt x="10711715" y="3675280"/>
                </a:moveTo>
                <a:lnTo>
                  <a:pt x="10711715" y="213700"/>
                </a:lnTo>
                <a:lnTo>
                  <a:pt x="10706692" y="170630"/>
                </a:lnTo>
                <a:lnTo>
                  <a:pt x="10692283" y="130516"/>
                </a:lnTo>
                <a:lnTo>
                  <a:pt x="10669485" y="94216"/>
                </a:lnTo>
                <a:lnTo>
                  <a:pt x="10639292" y="62589"/>
                </a:lnTo>
                <a:lnTo>
                  <a:pt x="10602698" y="36495"/>
                </a:lnTo>
                <a:lnTo>
                  <a:pt x="10560697" y="16793"/>
                </a:lnTo>
                <a:lnTo>
                  <a:pt x="10514285" y="4341"/>
                </a:lnTo>
                <a:lnTo>
                  <a:pt x="10464456" y="0"/>
                </a:lnTo>
                <a:lnTo>
                  <a:pt x="247259" y="0"/>
                </a:lnTo>
                <a:lnTo>
                  <a:pt x="197430" y="4341"/>
                </a:lnTo>
                <a:lnTo>
                  <a:pt x="151017" y="16793"/>
                </a:lnTo>
                <a:lnTo>
                  <a:pt x="109017" y="36495"/>
                </a:lnTo>
                <a:lnTo>
                  <a:pt x="72423" y="62589"/>
                </a:lnTo>
                <a:lnTo>
                  <a:pt x="42229" y="94216"/>
                </a:lnTo>
                <a:lnTo>
                  <a:pt x="19431" y="130516"/>
                </a:lnTo>
                <a:lnTo>
                  <a:pt x="5023" y="170630"/>
                </a:lnTo>
                <a:lnTo>
                  <a:pt x="0" y="213700"/>
                </a:lnTo>
                <a:lnTo>
                  <a:pt x="0" y="3675280"/>
                </a:lnTo>
              </a:path>
            </a:pathLst>
          </a:custGeom>
          <a:ln w="19050">
            <a:solidFill>
              <a:srgbClr val="038CCA"/>
            </a:solidFill>
          </a:ln>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48" name="Группа 33">
            <a:extLst>
              <a:ext uri="{FF2B5EF4-FFF2-40B4-BE49-F238E27FC236}">
                <a16:creationId xmlns:a16="http://schemas.microsoft.com/office/drawing/2014/main" id="{175C7180-FB14-4DA2-81A1-D514F498F803}"/>
              </a:ext>
            </a:extLst>
          </p:cNvPr>
          <p:cNvGrpSpPr/>
          <p:nvPr userDrawn="1"/>
        </p:nvGrpSpPr>
        <p:grpSpPr>
          <a:xfrm>
            <a:off x="1105214" y="5077421"/>
            <a:ext cx="1628874" cy="335972"/>
            <a:chOff x="1822450" y="8855075"/>
            <a:chExt cx="2685945" cy="553999"/>
          </a:xfrm>
        </p:grpSpPr>
        <p:grpSp>
          <p:nvGrpSpPr>
            <p:cNvPr id="49" name="Группа 35">
              <a:extLst>
                <a:ext uri="{FF2B5EF4-FFF2-40B4-BE49-F238E27FC236}">
                  <a16:creationId xmlns:a16="http://schemas.microsoft.com/office/drawing/2014/main" id="{CAFE4B8C-3986-45F0-8375-88053BAE3814}"/>
                </a:ext>
              </a:extLst>
            </p:cNvPr>
            <p:cNvGrpSpPr/>
            <p:nvPr/>
          </p:nvGrpSpPr>
          <p:grpSpPr>
            <a:xfrm>
              <a:off x="2524983" y="8855075"/>
              <a:ext cx="550133" cy="550133"/>
              <a:chOff x="2524983" y="8855075"/>
              <a:chExt cx="550133" cy="550133"/>
            </a:xfrm>
          </p:grpSpPr>
          <p:grpSp>
            <p:nvGrpSpPr>
              <p:cNvPr id="64" name="object 6">
                <a:extLst>
                  <a:ext uri="{FF2B5EF4-FFF2-40B4-BE49-F238E27FC236}">
                    <a16:creationId xmlns:a16="http://schemas.microsoft.com/office/drawing/2014/main" id="{6605ACAD-9A03-447D-8F7D-9B63A0BE7A33}"/>
                  </a:ext>
                </a:extLst>
              </p:cNvPr>
              <p:cNvGrpSpPr/>
              <p:nvPr/>
            </p:nvGrpSpPr>
            <p:grpSpPr>
              <a:xfrm>
                <a:off x="2524983" y="8858372"/>
                <a:ext cx="546100" cy="546100"/>
                <a:chOff x="2562092" y="8858372"/>
                <a:chExt cx="546100" cy="546100"/>
              </a:xfrm>
            </p:grpSpPr>
            <p:sp>
              <p:nvSpPr>
                <p:cNvPr id="66" name="object 7">
                  <a:extLst>
                    <a:ext uri="{FF2B5EF4-FFF2-40B4-BE49-F238E27FC236}">
                      <a16:creationId xmlns:a16="http://schemas.microsoft.com/office/drawing/2014/main" id="{2338F550-B482-4987-8F1D-255E0E693D73}"/>
                    </a:ext>
                  </a:extLst>
                </p:cNvPr>
                <p:cNvSpPr/>
                <p:nvPr/>
              </p:nvSpPr>
              <p:spPr>
                <a:xfrm>
                  <a:off x="2562092" y="8858372"/>
                  <a:ext cx="546100" cy="546100"/>
                </a:xfrm>
                <a:custGeom>
                  <a:avLst/>
                  <a:gdLst/>
                  <a:ahLst/>
                  <a:cxnLst/>
                  <a:rect l="l" t="t" r="r" b="b"/>
                  <a:pathLst>
                    <a:path w="546100" h="546100">
                      <a:moveTo>
                        <a:pt x="272777" y="0"/>
                      </a:moveTo>
                      <a:lnTo>
                        <a:pt x="223746" y="4394"/>
                      </a:lnTo>
                      <a:lnTo>
                        <a:pt x="177598" y="17065"/>
                      </a:lnTo>
                      <a:lnTo>
                        <a:pt x="135103" y="37241"/>
                      </a:lnTo>
                      <a:lnTo>
                        <a:pt x="97032" y="64152"/>
                      </a:lnTo>
                      <a:lnTo>
                        <a:pt x="64155" y="97028"/>
                      </a:lnTo>
                      <a:lnTo>
                        <a:pt x="37243" y="135099"/>
                      </a:lnTo>
                      <a:lnTo>
                        <a:pt x="17066" y="177594"/>
                      </a:lnTo>
                      <a:lnTo>
                        <a:pt x="4394" y="223743"/>
                      </a:lnTo>
                      <a:lnTo>
                        <a:pt x="0" y="272777"/>
                      </a:lnTo>
                      <a:lnTo>
                        <a:pt x="4394" y="321810"/>
                      </a:lnTo>
                      <a:lnTo>
                        <a:pt x="17066" y="367959"/>
                      </a:lnTo>
                      <a:lnTo>
                        <a:pt x="37243" y="410454"/>
                      </a:lnTo>
                      <a:lnTo>
                        <a:pt x="64155" y="448525"/>
                      </a:lnTo>
                      <a:lnTo>
                        <a:pt x="97032" y="481401"/>
                      </a:lnTo>
                      <a:lnTo>
                        <a:pt x="135103" y="508313"/>
                      </a:lnTo>
                      <a:lnTo>
                        <a:pt x="177598" y="528488"/>
                      </a:lnTo>
                      <a:lnTo>
                        <a:pt x="223746" y="541159"/>
                      </a:lnTo>
                      <a:lnTo>
                        <a:pt x="272777" y="545554"/>
                      </a:lnTo>
                      <a:lnTo>
                        <a:pt x="321810" y="541159"/>
                      </a:lnTo>
                      <a:lnTo>
                        <a:pt x="367960" y="528488"/>
                      </a:lnTo>
                      <a:lnTo>
                        <a:pt x="410457" y="508313"/>
                      </a:lnTo>
                      <a:lnTo>
                        <a:pt x="448530" y="481401"/>
                      </a:lnTo>
                      <a:lnTo>
                        <a:pt x="481407" y="448525"/>
                      </a:lnTo>
                      <a:lnTo>
                        <a:pt x="508320" y="410454"/>
                      </a:lnTo>
                      <a:lnTo>
                        <a:pt x="528498" y="367959"/>
                      </a:lnTo>
                      <a:lnTo>
                        <a:pt x="541169" y="321810"/>
                      </a:lnTo>
                      <a:lnTo>
                        <a:pt x="545564" y="272777"/>
                      </a:lnTo>
                      <a:lnTo>
                        <a:pt x="541169" y="223743"/>
                      </a:lnTo>
                      <a:lnTo>
                        <a:pt x="528498" y="177594"/>
                      </a:lnTo>
                      <a:lnTo>
                        <a:pt x="508320" y="135099"/>
                      </a:lnTo>
                      <a:lnTo>
                        <a:pt x="481407" y="97028"/>
                      </a:lnTo>
                      <a:lnTo>
                        <a:pt x="448530" y="64152"/>
                      </a:lnTo>
                      <a:lnTo>
                        <a:pt x="410457" y="37241"/>
                      </a:lnTo>
                      <a:lnTo>
                        <a:pt x="367960" y="17065"/>
                      </a:lnTo>
                      <a:lnTo>
                        <a:pt x="321810" y="4394"/>
                      </a:lnTo>
                      <a:lnTo>
                        <a:pt x="272777" y="0"/>
                      </a:lnTo>
                      <a:close/>
                    </a:path>
                  </a:pathLst>
                </a:custGeom>
                <a:solidFill>
                  <a:srgbClr val="008FD1"/>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pic>
              <p:nvPicPr>
                <p:cNvPr id="67" name="object 8">
                  <a:extLst>
                    <a:ext uri="{FF2B5EF4-FFF2-40B4-BE49-F238E27FC236}">
                      <a16:creationId xmlns:a16="http://schemas.microsoft.com/office/drawing/2014/main" id="{39BF07AE-FE69-44FA-9F05-9A0A8A8B3F21}"/>
                    </a:ext>
                  </a:extLst>
                </p:cNvPr>
                <p:cNvPicPr/>
                <p:nvPr/>
              </p:nvPicPr>
              <p:blipFill>
                <a:blip r:embed="rId5" cstate="email">
                  <a:extLst>
                    <a:ext uri="{28A0092B-C50C-407E-A947-70E740481C1C}">
                      <a14:useLocalDpi xmlns:a14="http://schemas.microsoft.com/office/drawing/2010/main"/>
                    </a:ext>
                  </a:extLst>
                </a:blip>
                <a:stretch>
                  <a:fillRect/>
                </a:stretch>
              </p:blipFill>
              <p:spPr>
                <a:xfrm>
                  <a:off x="2726731" y="9013320"/>
                  <a:ext cx="238882" cy="232432"/>
                </a:xfrm>
                <a:prstGeom prst="rect">
                  <a:avLst/>
                </a:prstGeom>
              </p:spPr>
            </p:pic>
          </p:grpSp>
          <p:sp>
            <p:nvSpPr>
              <p:cNvPr id="65" name="Овал 51">
                <a:hlinkClick r:id="rId3"/>
                <a:extLst>
                  <a:ext uri="{FF2B5EF4-FFF2-40B4-BE49-F238E27FC236}">
                    <a16:creationId xmlns:a16="http://schemas.microsoft.com/office/drawing/2014/main" id="{69C4FEF8-5D39-4885-BC9F-629FB8ECB4AA}"/>
                  </a:ext>
                </a:extLst>
              </p:cNvPr>
              <p:cNvSpPr/>
              <p:nvPr/>
            </p:nvSpPr>
            <p:spPr>
              <a:xfrm>
                <a:off x="2524983"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0" name="Группа 36">
              <a:extLst>
                <a:ext uri="{FF2B5EF4-FFF2-40B4-BE49-F238E27FC236}">
                  <a16:creationId xmlns:a16="http://schemas.microsoft.com/office/drawing/2014/main" id="{8686C5C0-0716-430A-BEFF-BBFE5D94BE2F}"/>
                </a:ext>
              </a:extLst>
            </p:cNvPr>
            <p:cNvGrpSpPr/>
            <p:nvPr/>
          </p:nvGrpSpPr>
          <p:grpSpPr>
            <a:xfrm>
              <a:off x="1822450" y="8855075"/>
              <a:ext cx="559954" cy="550133"/>
              <a:chOff x="1822450" y="8855075"/>
              <a:chExt cx="559954" cy="550133"/>
            </a:xfrm>
          </p:grpSpPr>
          <p:grpSp>
            <p:nvGrpSpPr>
              <p:cNvPr id="58" name="Группа 44">
                <a:extLst>
                  <a:ext uri="{FF2B5EF4-FFF2-40B4-BE49-F238E27FC236}">
                    <a16:creationId xmlns:a16="http://schemas.microsoft.com/office/drawing/2014/main" id="{20F50B40-4AA6-4265-BD3A-A61A1D1B0FC2}"/>
                  </a:ext>
                </a:extLst>
              </p:cNvPr>
              <p:cNvGrpSpPr/>
              <p:nvPr/>
            </p:nvGrpSpPr>
            <p:grpSpPr>
              <a:xfrm>
                <a:off x="1822450" y="8855075"/>
                <a:ext cx="555625" cy="550133"/>
                <a:chOff x="1348517" y="8855075"/>
                <a:chExt cx="555625" cy="550133"/>
              </a:xfrm>
            </p:grpSpPr>
            <p:grpSp>
              <p:nvGrpSpPr>
                <p:cNvPr id="60" name="object 3">
                  <a:extLst>
                    <a:ext uri="{FF2B5EF4-FFF2-40B4-BE49-F238E27FC236}">
                      <a16:creationId xmlns:a16="http://schemas.microsoft.com/office/drawing/2014/main" id="{E4EDBD10-A7DB-49DB-AE80-A8BEB4B09D23}"/>
                    </a:ext>
                  </a:extLst>
                </p:cNvPr>
                <p:cNvGrpSpPr/>
                <p:nvPr/>
              </p:nvGrpSpPr>
              <p:grpSpPr>
                <a:xfrm>
                  <a:off x="1361217" y="8858372"/>
                  <a:ext cx="542925" cy="546100"/>
                  <a:chOff x="1361215" y="8858372"/>
                  <a:chExt cx="542925" cy="546100"/>
                </a:xfrm>
              </p:grpSpPr>
              <p:sp>
                <p:nvSpPr>
                  <p:cNvPr id="62" name="object 4">
                    <a:extLst>
                      <a:ext uri="{FF2B5EF4-FFF2-40B4-BE49-F238E27FC236}">
                        <a16:creationId xmlns:a16="http://schemas.microsoft.com/office/drawing/2014/main" id="{354C1C08-03B6-40D8-8A7B-A76AF56401F7}"/>
                      </a:ext>
                    </a:extLst>
                  </p:cNvPr>
                  <p:cNvSpPr/>
                  <p:nvPr/>
                </p:nvSpPr>
                <p:spPr>
                  <a:xfrm>
                    <a:off x="1361215" y="8858372"/>
                    <a:ext cx="542925" cy="546100"/>
                  </a:xfrm>
                  <a:custGeom>
                    <a:avLst/>
                    <a:gdLst/>
                    <a:ahLst/>
                    <a:cxnLst/>
                    <a:rect l="l" t="t" r="r" b="b"/>
                    <a:pathLst>
                      <a:path w="542925" h="546100">
                        <a:moveTo>
                          <a:pt x="271164" y="0"/>
                        </a:moveTo>
                        <a:lnTo>
                          <a:pt x="222421" y="4394"/>
                        </a:lnTo>
                        <a:lnTo>
                          <a:pt x="176544" y="17065"/>
                        </a:lnTo>
                        <a:lnTo>
                          <a:pt x="134300" y="37241"/>
                        </a:lnTo>
                        <a:lnTo>
                          <a:pt x="96454" y="64152"/>
                        </a:lnTo>
                        <a:lnTo>
                          <a:pt x="63772" y="97028"/>
                        </a:lnTo>
                        <a:lnTo>
                          <a:pt x="37020" y="135099"/>
                        </a:lnTo>
                        <a:lnTo>
                          <a:pt x="16964" y="177594"/>
                        </a:lnTo>
                        <a:lnTo>
                          <a:pt x="4368" y="223743"/>
                        </a:lnTo>
                        <a:lnTo>
                          <a:pt x="0" y="272777"/>
                        </a:lnTo>
                        <a:lnTo>
                          <a:pt x="4368" y="321810"/>
                        </a:lnTo>
                        <a:lnTo>
                          <a:pt x="16964" y="367959"/>
                        </a:lnTo>
                        <a:lnTo>
                          <a:pt x="37020" y="410454"/>
                        </a:lnTo>
                        <a:lnTo>
                          <a:pt x="63772" y="448525"/>
                        </a:lnTo>
                        <a:lnTo>
                          <a:pt x="96454" y="481401"/>
                        </a:lnTo>
                        <a:lnTo>
                          <a:pt x="134300" y="508313"/>
                        </a:lnTo>
                        <a:lnTo>
                          <a:pt x="176544" y="528488"/>
                        </a:lnTo>
                        <a:lnTo>
                          <a:pt x="222421" y="541159"/>
                        </a:lnTo>
                        <a:lnTo>
                          <a:pt x="271164" y="545554"/>
                        </a:lnTo>
                        <a:lnTo>
                          <a:pt x="319908" y="541159"/>
                        </a:lnTo>
                        <a:lnTo>
                          <a:pt x="365784" y="528488"/>
                        </a:lnTo>
                        <a:lnTo>
                          <a:pt x="408028" y="508313"/>
                        </a:lnTo>
                        <a:lnTo>
                          <a:pt x="445874" y="481401"/>
                        </a:lnTo>
                        <a:lnTo>
                          <a:pt x="478556" y="448525"/>
                        </a:lnTo>
                        <a:lnTo>
                          <a:pt x="505308" y="410454"/>
                        </a:lnTo>
                        <a:lnTo>
                          <a:pt x="525364" y="367959"/>
                        </a:lnTo>
                        <a:lnTo>
                          <a:pt x="537960" y="321810"/>
                        </a:lnTo>
                        <a:lnTo>
                          <a:pt x="542329" y="272777"/>
                        </a:lnTo>
                        <a:lnTo>
                          <a:pt x="537960" y="223743"/>
                        </a:lnTo>
                        <a:lnTo>
                          <a:pt x="525364" y="177594"/>
                        </a:lnTo>
                        <a:lnTo>
                          <a:pt x="505308" y="135099"/>
                        </a:lnTo>
                        <a:lnTo>
                          <a:pt x="478556" y="97028"/>
                        </a:lnTo>
                        <a:lnTo>
                          <a:pt x="445874" y="64152"/>
                        </a:lnTo>
                        <a:lnTo>
                          <a:pt x="408028" y="37241"/>
                        </a:lnTo>
                        <a:lnTo>
                          <a:pt x="365784" y="17065"/>
                        </a:lnTo>
                        <a:lnTo>
                          <a:pt x="319908" y="4394"/>
                        </a:lnTo>
                        <a:lnTo>
                          <a:pt x="271164" y="0"/>
                        </a:lnTo>
                        <a:close/>
                      </a:path>
                    </a:pathLst>
                  </a:custGeom>
                  <a:solidFill>
                    <a:srgbClr val="008FD1"/>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pic>
                <p:nvPicPr>
                  <p:cNvPr id="63" name="object 5">
                    <a:extLst>
                      <a:ext uri="{FF2B5EF4-FFF2-40B4-BE49-F238E27FC236}">
                        <a16:creationId xmlns:a16="http://schemas.microsoft.com/office/drawing/2014/main" id="{46E38F83-0CB3-4478-A159-AAFD32FC9E01}"/>
                      </a:ext>
                    </a:extLst>
                  </p:cNvPr>
                  <p:cNvPicPr/>
                  <p:nvPr/>
                </p:nvPicPr>
                <p:blipFill>
                  <a:blip r:embed="rId6" cstate="email">
                    <a:extLst>
                      <a:ext uri="{28A0092B-C50C-407E-A947-70E740481C1C}">
                        <a14:useLocalDpi xmlns:a14="http://schemas.microsoft.com/office/drawing/2010/main"/>
                      </a:ext>
                    </a:extLst>
                  </a:blip>
                  <a:stretch>
                    <a:fillRect/>
                  </a:stretch>
                </p:blipFill>
                <p:spPr>
                  <a:xfrm>
                    <a:off x="1558134" y="9010091"/>
                    <a:ext cx="122666" cy="242118"/>
                  </a:xfrm>
                  <a:prstGeom prst="rect">
                    <a:avLst/>
                  </a:prstGeom>
                </p:spPr>
              </p:pic>
            </p:grpSp>
            <p:sp>
              <p:nvSpPr>
                <p:cNvPr id="61" name="Овал 47">
                  <a:hlinkClick r:id="rId7"/>
                  <a:extLst>
                    <a:ext uri="{FF2B5EF4-FFF2-40B4-BE49-F238E27FC236}">
                      <a16:creationId xmlns:a16="http://schemas.microsoft.com/office/drawing/2014/main" id="{018D941D-76C4-4FB9-B23F-88891A01A6D4}"/>
                    </a:ext>
                  </a:extLst>
                </p:cNvPr>
                <p:cNvSpPr/>
                <p:nvPr/>
              </p:nvSpPr>
              <p:spPr>
                <a:xfrm>
                  <a:off x="1348517"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sp>
            <p:nvSpPr>
              <p:cNvPr id="59" name="Овал 45">
                <a:hlinkClick r:id="rId7"/>
                <a:extLst>
                  <a:ext uri="{FF2B5EF4-FFF2-40B4-BE49-F238E27FC236}">
                    <a16:creationId xmlns:a16="http://schemas.microsoft.com/office/drawing/2014/main" id="{7EAFDC44-D53A-4571-B26E-3D7929EBEF55}"/>
                  </a:ext>
                </a:extLst>
              </p:cNvPr>
              <p:cNvSpPr/>
              <p:nvPr/>
            </p:nvSpPr>
            <p:spPr>
              <a:xfrm>
                <a:off x="1832271"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1" name="Группа 37">
              <a:extLst>
                <a:ext uri="{FF2B5EF4-FFF2-40B4-BE49-F238E27FC236}">
                  <a16:creationId xmlns:a16="http://schemas.microsoft.com/office/drawing/2014/main" id="{539C5D37-CB7A-4D46-8A67-D8AD957EFD71}"/>
                </a:ext>
              </a:extLst>
            </p:cNvPr>
            <p:cNvGrpSpPr/>
            <p:nvPr/>
          </p:nvGrpSpPr>
          <p:grpSpPr>
            <a:xfrm>
              <a:off x="3213662" y="8867207"/>
              <a:ext cx="541867" cy="541867"/>
              <a:chOff x="3798698" y="8867207"/>
              <a:chExt cx="541867" cy="541867"/>
            </a:xfrm>
          </p:grpSpPr>
          <p:sp>
            <p:nvSpPr>
              <p:cNvPr id="56" name="Овал 42">
                <a:extLst>
                  <a:ext uri="{FF2B5EF4-FFF2-40B4-BE49-F238E27FC236}">
                    <a16:creationId xmlns:a16="http://schemas.microsoft.com/office/drawing/2014/main" id="{94D4079F-D777-431D-B5D5-639C1B35EE28}"/>
                  </a:ext>
                </a:extLst>
              </p:cNvPr>
              <p:cNvSpPr/>
              <p:nvPr/>
            </p:nvSpPr>
            <p:spPr>
              <a:xfrm>
                <a:off x="3798698" y="8867207"/>
                <a:ext cx="541867" cy="541867"/>
              </a:xfrm>
              <a:prstGeom prst="ellipse">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7" name="Равнобедренный треугольник 43">
                <a:extLst>
                  <a:ext uri="{FF2B5EF4-FFF2-40B4-BE49-F238E27FC236}">
                    <a16:creationId xmlns:a16="http://schemas.microsoft.com/office/drawing/2014/main" id="{3EFCFEAF-2012-408B-BD79-39B2070B25F2}"/>
                  </a:ext>
                </a:extLst>
              </p:cNvPr>
              <p:cNvSpPr/>
              <p:nvPr/>
            </p:nvSpPr>
            <p:spPr>
              <a:xfrm rot="5400000">
                <a:off x="3996267" y="9045599"/>
                <a:ext cx="194733" cy="167873"/>
              </a:xfrm>
              <a:prstGeom prst="triangle">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2" name="Группа 38">
              <a:extLst>
                <a:ext uri="{FF2B5EF4-FFF2-40B4-BE49-F238E27FC236}">
                  <a16:creationId xmlns:a16="http://schemas.microsoft.com/office/drawing/2014/main" id="{A39E5235-909E-4255-B227-5926654CE297}"/>
                </a:ext>
              </a:extLst>
            </p:cNvPr>
            <p:cNvGrpSpPr/>
            <p:nvPr/>
          </p:nvGrpSpPr>
          <p:grpSpPr>
            <a:xfrm>
              <a:off x="3966528" y="8867207"/>
              <a:ext cx="541867" cy="541867"/>
              <a:chOff x="3957109" y="8867207"/>
              <a:chExt cx="541867" cy="541867"/>
            </a:xfrm>
          </p:grpSpPr>
          <p:sp>
            <p:nvSpPr>
              <p:cNvPr id="53" name="Овал 39">
                <a:extLst>
                  <a:ext uri="{FF2B5EF4-FFF2-40B4-BE49-F238E27FC236}">
                    <a16:creationId xmlns:a16="http://schemas.microsoft.com/office/drawing/2014/main" id="{1279928F-DFFB-441B-A024-D68B63B2DD26}"/>
                  </a:ext>
                </a:extLst>
              </p:cNvPr>
              <p:cNvSpPr/>
              <p:nvPr/>
            </p:nvSpPr>
            <p:spPr>
              <a:xfrm>
                <a:off x="3957109" y="8867207"/>
                <a:ext cx="541867" cy="541867"/>
              </a:xfrm>
              <a:prstGeom prst="ellipse">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4" name="Скругленный прямоугольник 40">
                <a:extLst>
                  <a:ext uri="{FF2B5EF4-FFF2-40B4-BE49-F238E27FC236}">
                    <a16:creationId xmlns:a16="http://schemas.microsoft.com/office/drawing/2014/main" id="{F1AD6C2F-765B-47D9-8E6E-9EAC631BADA7}"/>
                  </a:ext>
                </a:extLst>
              </p:cNvPr>
              <p:cNvSpPr/>
              <p:nvPr/>
            </p:nvSpPr>
            <p:spPr>
              <a:xfrm>
                <a:off x="4079875" y="8989973"/>
                <a:ext cx="296333" cy="296333"/>
              </a:xfrm>
              <a:prstGeom prst="roundRect">
                <a:avLst/>
              </a:prstGeom>
              <a:solidFill>
                <a:srgbClr val="008BCB"/>
              </a:solidFill>
              <a:ln w="12700" cap="flat" cmpd="sng" algn="ctr">
                <a:solidFill>
                  <a:sysClr val="window" lastClr="FFFFFF"/>
                </a:solid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5" name="Овал 41">
                <a:extLst>
                  <a:ext uri="{FF2B5EF4-FFF2-40B4-BE49-F238E27FC236}">
                    <a16:creationId xmlns:a16="http://schemas.microsoft.com/office/drawing/2014/main" id="{4916BE03-DB7A-4666-8508-FBC9BD6525CC}"/>
                  </a:ext>
                </a:extLst>
              </p:cNvPr>
              <p:cNvSpPr/>
              <p:nvPr/>
            </p:nvSpPr>
            <p:spPr>
              <a:xfrm>
                <a:off x="4165432" y="9081093"/>
                <a:ext cx="119306" cy="119306"/>
              </a:xfrm>
              <a:prstGeom prst="ellipse">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sp>
        <p:nvSpPr>
          <p:cNvPr id="68" name="Holder 2">
            <a:extLst>
              <a:ext uri="{FF2B5EF4-FFF2-40B4-BE49-F238E27FC236}">
                <a16:creationId xmlns:a16="http://schemas.microsoft.com/office/drawing/2014/main" id="{5635D61B-550B-44A5-9990-5E072D56C75D}"/>
              </a:ext>
            </a:extLst>
          </p:cNvPr>
          <p:cNvSpPr txBox="1">
            <a:spLocks/>
          </p:cNvSpPr>
          <p:nvPr userDrawn="1"/>
        </p:nvSpPr>
        <p:spPr>
          <a:xfrm>
            <a:off x="4574052" y="2821320"/>
            <a:ext cx="3043898" cy="616002"/>
          </a:xfrm>
          <a:prstGeom prst="rect">
            <a:avLst/>
          </a:prstGeom>
        </p:spPr>
        <p:txBody>
          <a:bodyPr wrap="square" lIns="0" tIns="0" rIns="0" bIns="0" anchor="b" anchorCtr="0">
            <a:spAutoFit/>
          </a:bodyPr>
          <a:lstStyle>
            <a:lvl1pPr>
              <a:defRPr sz="3200" b="1" i="0" baseline="0">
                <a:solidFill>
                  <a:srgbClr val="008FD1"/>
                </a:solidFill>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4003" b="0"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rPr>
              <a:t>Thank you!</a:t>
            </a:r>
            <a:endParaRPr kumimoji="0" lang="ru-RU" sz="4003"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endParaRPr>
          </a:p>
        </p:txBody>
      </p:sp>
      <p:sp>
        <p:nvSpPr>
          <p:cNvPr id="2" name="object 8">
            <a:extLst>
              <a:ext uri="{FF2B5EF4-FFF2-40B4-BE49-F238E27FC236}">
                <a16:creationId xmlns:a16="http://schemas.microsoft.com/office/drawing/2014/main" id="{6A10EDC1-C141-DB1D-B1E3-0F3D719FB2A6}"/>
              </a:ext>
            </a:extLst>
          </p:cNvPr>
          <p:cNvSpPr txBox="1"/>
          <p:nvPr userDrawn="1"/>
        </p:nvSpPr>
        <p:spPr>
          <a:xfrm>
            <a:off x="9387861"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3" name="object 8">
            <a:extLst>
              <a:ext uri="{FF2B5EF4-FFF2-40B4-BE49-F238E27FC236}">
                <a16:creationId xmlns:a16="http://schemas.microsoft.com/office/drawing/2014/main" id="{8CD7CD07-E5A1-7492-7D6A-292E2567044F}"/>
              </a:ext>
            </a:extLst>
          </p:cNvPr>
          <p:cNvSpPr txBox="1"/>
          <p:nvPr userDrawn="1"/>
        </p:nvSpPr>
        <p:spPr>
          <a:xfrm>
            <a:off x="10692561" y="6325875"/>
            <a:ext cx="104112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2/7/2026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1196712319"/>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chnical: Colors &amp; Logos">
    <p:spTree>
      <p:nvGrpSpPr>
        <p:cNvPr id="1" name=""/>
        <p:cNvGrpSpPr/>
        <p:nvPr/>
      </p:nvGrpSpPr>
      <p:grpSpPr>
        <a:xfrm>
          <a:off x="0" y="0"/>
          <a:ext cx="0" cy="0"/>
          <a:chOff x="0" y="0"/>
          <a:chExt cx="0" cy="0"/>
        </a:xfrm>
      </p:grpSpPr>
      <p:sp>
        <p:nvSpPr>
          <p:cNvPr id="7" name="Текст 7"/>
          <p:cNvSpPr>
            <a:spLocks noGrp="1"/>
          </p:cNvSpPr>
          <p:nvPr>
            <p:ph type="body" idx="1"/>
          </p:nvPr>
        </p:nvSpPr>
        <p:spPr>
          <a:xfrm>
            <a:off x="671770" y="1210066"/>
            <a:ext cx="1993351" cy="239885"/>
          </a:xfrm>
          <a:prstGeom prst="rect">
            <a:avLst/>
          </a:prstGeom>
        </p:spPr>
        <p:txBody>
          <a:bodyPr/>
          <a:lstStyle/>
          <a:p>
            <a:pPr lvl="0"/>
            <a:r>
              <a:rPr lang="en-US" sz="1698" b="1">
                <a:solidFill>
                  <a:srgbClr val="008BCB"/>
                </a:solidFill>
              </a:rPr>
              <a:t>Click to edit Master text styles</a:t>
            </a:r>
          </a:p>
        </p:txBody>
      </p:sp>
      <p:sp>
        <p:nvSpPr>
          <p:cNvPr id="8" name="Прямоугольник 7"/>
          <p:cNvSpPr/>
          <p:nvPr userDrawn="1"/>
        </p:nvSpPr>
        <p:spPr>
          <a:xfrm>
            <a:off x="671769" y="1610150"/>
            <a:ext cx="1046596" cy="104652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Прямоугольник 8"/>
          <p:cNvSpPr/>
          <p:nvPr userDrawn="1"/>
        </p:nvSpPr>
        <p:spPr>
          <a:xfrm>
            <a:off x="1856999" y="1610150"/>
            <a:ext cx="1046596" cy="1046522"/>
          </a:xfrm>
          <a:prstGeom prst="rect">
            <a:avLst/>
          </a:prstGeom>
          <a:solidFill>
            <a:srgbClr val="FDC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0" name="Прямоугольник 9"/>
          <p:cNvSpPr/>
          <p:nvPr userDrawn="1"/>
        </p:nvSpPr>
        <p:spPr>
          <a:xfrm>
            <a:off x="3042227" y="1610150"/>
            <a:ext cx="1046596" cy="1046522"/>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1" name="Текст 7"/>
          <p:cNvSpPr txBox="1">
            <a:spLocks/>
          </p:cNvSpPr>
          <p:nvPr userDrawn="1"/>
        </p:nvSpPr>
        <p:spPr>
          <a:xfrm>
            <a:off x="671770" y="3650926"/>
            <a:ext cx="2617255" cy="239885"/>
          </a:xfrm>
          <a:prstGeom prst="rect">
            <a:avLst/>
          </a:prstGeom>
        </p:spPr>
        <p:txBody>
          <a:bodyPr lIns="0" tIns="0" rIns="0" bIns="0"/>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1698" b="1" i="0" u="none" strike="noStrike" kern="0" cap="none" spc="0" normalizeH="0" baseline="0" noProof="0" dirty="0">
                <a:ln>
                  <a:noFill/>
                </a:ln>
                <a:solidFill>
                  <a:srgbClr val="008BCB"/>
                </a:solidFill>
                <a:effectLst/>
                <a:uLnTx/>
                <a:uFillTx/>
                <a:latin typeface="Segoe UI"/>
                <a:ea typeface="+mn-ea"/>
                <a:cs typeface="+mn-cs"/>
              </a:rPr>
              <a:t>ADDITIONAL PALETTE</a:t>
            </a:r>
            <a:endParaRPr kumimoji="0" lang="ru-RU" sz="1698" b="1" i="0" u="none" strike="noStrike" kern="0" cap="none" spc="0" normalizeH="0" baseline="0" noProof="0" dirty="0">
              <a:ln>
                <a:noFill/>
              </a:ln>
              <a:solidFill>
                <a:srgbClr val="008BCB"/>
              </a:solidFill>
              <a:effectLst/>
              <a:uLnTx/>
              <a:uFillTx/>
              <a:latin typeface="Segoe UI"/>
              <a:ea typeface="+mn-ea"/>
              <a:cs typeface="+mn-cs"/>
            </a:endParaRPr>
          </a:p>
        </p:txBody>
      </p:sp>
      <p:sp>
        <p:nvSpPr>
          <p:cNvPr id="12" name="Прямоугольник 11"/>
          <p:cNvSpPr/>
          <p:nvPr userDrawn="1"/>
        </p:nvSpPr>
        <p:spPr>
          <a:xfrm>
            <a:off x="671769" y="4051009"/>
            <a:ext cx="1046596" cy="1046522"/>
          </a:xfrm>
          <a:prstGeom prst="rect">
            <a:avLst/>
          </a:prstGeom>
          <a:solidFill>
            <a:srgbClr val="806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3" name="Прямоугольник 12"/>
          <p:cNvSpPr/>
          <p:nvPr userDrawn="1"/>
        </p:nvSpPr>
        <p:spPr>
          <a:xfrm>
            <a:off x="3042227" y="4051009"/>
            <a:ext cx="1046596" cy="1046522"/>
          </a:xfrm>
          <a:prstGeom prst="rect">
            <a:avLst/>
          </a:prstGeom>
          <a:solidFill>
            <a:srgbClr val="59B0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4" name="Прямоугольник 13"/>
          <p:cNvSpPr/>
          <p:nvPr userDrawn="1"/>
        </p:nvSpPr>
        <p:spPr>
          <a:xfrm>
            <a:off x="4227456" y="4051009"/>
            <a:ext cx="1046596" cy="1046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5" name="Прямоугольник 14"/>
          <p:cNvSpPr/>
          <p:nvPr userDrawn="1"/>
        </p:nvSpPr>
        <p:spPr>
          <a:xfrm>
            <a:off x="671769" y="2704076"/>
            <a:ext cx="309583" cy="309562"/>
          </a:xfrm>
          <a:prstGeom prst="rect">
            <a:avLst/>
          </a:prstGeom>
          <a:solidFill>
            <a:srgbClr val="B3E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6" name="Прямоугольник 15"/>
          <p:cNvSpPr/>
          <p:nvPr userDrawn="1"/>
        </p:nvSpPr>
        <p:spPr>
          <a:xfrm>
            <a:off x="1040275" y="2704076"/>
            <a:ext cx="309583" cy="309562"/>
          </a:xfrm>
          <a:prstGeom prst="rect">
            <a:avLst/>
          </a:prstGeom>
          <a:solidFill>
            <a:srgbClr val="6DD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7" name="Прямоугольник 16"/>
          <p:cNvSpPr/>
          <p:nvPr userDrawn="1"/>
        </p:nvSpPr>
        <p:spPr>
          <a:xfrm>
            <a:off x="1408782" y="2704076"/>
            <a:ext cx="309583" cy="309562"/>
          </a:xfrm>
          <a:prstGeom prst="rect">
            <a:avLst/>
          </a:prstGeom>
          <a:solidFill>
            <a:srgbClr val="11B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8" name="Прямоугольник 17"/>
          <p:cNvSpPr/>
          <p:nvPr userDrawn="1"/>
        </p:nvSpPr>
        <p:spPr>
          <a:xfrm>
            <a:off x="1856999" y="2704076"/>
            <a:ext cx="309583" cy="309562"/>
          </a:xfrm>
          <a:prstGeom prst="rect">
            <a:avLst/>
          </a:prstGeom>
          <a:solidFill>
            <a:srgbClr val="FFF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9" name="Прямоугольник 18"/>
          <p:cNvSpPr/>
          <p:nvPr userDrawn="1"/>
        </p:nvSpPr>
        <p:spPr>
          <a:xfrm>
            <a:off x="2225505" y="2704076"/>
            <a:ext cx="309583" cy="309562"/>
          </a:xfrm>
          <a:prstGeom prst="rect">
            <a:avLst/>
          </a:prstGeom>
          <a:solidFill>
            <a:srgbClr val="FFE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0" name="Прямоугольник 19"/>
          <p:cNvSpPr/>
          <p:nvPr userDrawn="1"/>
        </p:nvSpPr>
        <p:spPr>
          <a:xfrm>
            <a:off x="2594012" y="2704076"/>
            <a:ext cx="309583" cy="309562"/>
          </a:xfrm>
          <a:prstGeom prst="rect">
            <a:avLst/>
          </a:prstGeom>
          <a:solidFill>
            <a:srgbClr val="FFD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1" name="Прямоугольник 20"/>
          <p:cNvSpPr/>
          <p:nvPr userDrawn="1"/>
        </p:nvSpPr>
        <p:spPr>
          <a:xfrm>
            <a:off x="3042228" y="2704076"/>
            <a:ext cx="309583" cy="309562"/>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2" name="Прямоугольник 21"/>
          <p:cNvSpPr/>
          <p:nvPr userDrawn="1"/>
        </p:nvSpPr>
        <p:spPr>
          <a:xfrm>
            <a:off x="3410734" y="2704076"/>
            <a:ext cx="309583" cy="309562"/>
          </a:xfrm>
          <a:prstGeom prst="rect">
            <a:avLst/>
          </a:prstGeom>
          <a:solidFill>
            <a:srgbClr val="828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3" name="Прямоугольник 22"/>
          <p:cNvSpPr/>
          <p:nvPr userDrawn="1"/>
        </p:nvSpPr>
        <p:spPr>
          <a:xfrm>
            <a:off x="3779240" y="2704076"/>
            <a:ext cx="309583" cy="309562"/>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4" name="Прямоугольник 23"/>
          <p:cNvSpPr/>
          <p:nvPr userDrawn="1"/>
        </p:nvSpPr>
        <p:spPr>
          <a:xfrm>
            <a:off x="671769" y="5144935"/>
            <a:ext cx="309583" cy="309562"/>
          </a:xfrm>
          <a:prstGeom prst="rect">
            <a:avLst/>
          </a:prstGeom>
          <a:solidFill>
            <a:srgbClr val="D4CA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5" name="Прямоугольник 24"/>
          <p:cNvSpPr/>
          <p:nvPr userDrawn="1"/>
        </p:nvSpPr>
        <p:spPr>
          <a:xfrm>
            <a:off x="1040275" y="5144935"/>
            <a:ext cx="309583" cy="309562"/>
          </a:xfrm>
          <a:prstGeom prst="rect">
            <a:avLst/>
          </a:prstGeom>
          <a:solidFill>
            <a:srgbClr val="B2A1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6" name="Прямоугольник 25"/>
          <p:cNvSpPr/>
          <p:nvPr userDrawn="1"/>
        </p:nvSpPr>
        <p:spPr>
          <a:xfrm>
            <a:off x="1408782" y="5144935"/>
            <a:ext cx="309583" cy="309562"/>
          </a:xfrm>
          <a:prstGeom prst="rect">
            <a:avLst/>
          </a:prstGeom>
          <a:solidFill>
            <a:srgbClr val="8F77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7" name="Прямоугольник 26"/>
          <p:cNvSpPr/>
          <p:nvPr userDrawn="1"/>
        </p:nvSpPr>
        <p:spPr>
          <a:xfrm>
            <a:off x="1856999" y="5144935"/>
            <a:ext cx="309583" cy="309562"/>
          </a:xfrm>
          <a:prstGeom prst="rect">
            <a:avLst/>
          </a:prstGeom>
          <a:solidFill>
            <a:srgbClr val="9BFF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8" name="Прямоугольник 27"/>
          <p:cNvSpPr/>
          <p:nvPr userDrawn="1"/>
        </p:nvSpPr>
        <p:spPr>
          <a:xfrm>
            <a:off x="2225505" y="5144935"/>
            <a:ext cx="309583" cy="309562"/>
          </a:xfrm>
          <a:prstGeom prst="rect">
            <a:avLst/>
          </a:prstGeom>
          <a:solidFill>
            <a:srgbClr val="2DF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9" name="Прямоугольник 28"/>
          <p:cNvSpPr/>
          <p:nvPr userDrawn="1"/>
        </p:nvSpPr>
        <p:spPr>
          <a:xfrm>
            <a:off x="2594012" y="5144935"/>
            <a:ext cx="309583" cy="309562"/>
          </a:xfrm>
          <a:prstGeom prst="rect">
            <a:avLst/>
          </a:prstGeom>
          <a:solidFill>
            <a:srgbClr val="50D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0" name="Прямоугольник 29"/>
          <p:cNvSpPr/>
          <p:nvPr userDrawn="1"/>
        </p:nvSpPr>
        <p:spPr>
          <a:xfrm>
            <a:off x="3042228" y="5144935"/>
            <a:ext cx="309583" cy="309562"/>
          </a:xfrm>
          <a:prstGeom prst="rect">
            <a:avLst/>
          </a:prstGeom>
          <a:solidFill>
            <a:srgbClr val="59B0A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1" name="Прямоугольник 30"/>
          <p:cNvSpPr/>
          <p:nvPr userDrawn="1"/>
        </p:nvSpPr>
        <p:spPr>
          <a:xfrm>
            <a:off x="3410734" y="5144935"/>
            <a:ext cx="309583" cy="309562"/>
          </a:xfrm>
          <a:prstGeom prst="rect">
            <a:avLst/>
          </a:prstGeom>
          <a:solidFill>
            <a:srgbClr val="59B0A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2" name="Прямоугольник 31"/>
          <p:cNvSpPr/>
          <p:nvPr userDrawn="1"/>
        </p:nvSpPr>
        <p:spPr>
          <a:xfrm>
            <a:off x="3779240" y="5144935"/>
            <a:ext cx="309583" cy="309562"/>
          </a:xfrm>
          <a:prstGeom prst="rect">
            <a:avLst/>
          </a:prstGeom>
          <a:solidFill>
            <a:srgbClr val="59B0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3" name="Прямоугольник 32"/>
          <p:cNvSpPr/>
          <p:nvPr userDrawn="1"/>
        </p:nvSpPr>
        <p:spPr>
          <a:xfrm>
            <a:off x="4227456" y="5144935"/>
            <a:ext cx="309583" cy="309562"/>
          </a:xfrm>
          <a:prstGeom prst="rect">
            <a:avLst/>
          </a:prstGeom>
          <a:solidFill>
            <a:srgbClr val="A3A3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4" name="Прямоугольник 33"/>
          <p:cNvSpPr/>
          <p:nvPr userDrawn="1"/>
        </p:nvSpPr>
        <p:spPr>
          <a:xfrm>
            <a:off x="4595962" y="5144935"/>
            <a:ext cx="309583" cy="309562"/>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5" name="Прямоугольник 34"/>
          <p:cNvSpPr/>
          <p:nvPr userDrawn="1"/>
        </p:nvSpPr>
        <p:spPr>
          <a:xfrm>
            <a:off x="4964468" y="5144935"/>
            <a:ext cx="309583" cy="309562"/>
          </a:xfrm>
          <a:prstGeom prst="rect">
            <a:avLst/>
          </a:prstGeom>
          <a:solidFill>
            <a:srgbClr val="3A3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36" name="Рисунок 3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875070" y="2257058"/>
            <a:ext cx="2243170" cy="558096"/>
          </a:xfrm>
          <a:prstGeom prst="rect">
            <a:avLst/>
          </a:prstGeom>
        </p:spPr>
      </p:pic>
      <p:pic>
        <p:nvPicPr>
          <p:cNvPr id="37" name="Рисунок 3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875072" y="3276831"/>
            <a:ext cx="579397" cy="706921"/>
          </a:xfrm>
          <a:prstGeom prst="rect">
            <a:avLst/>
          </a:prstGeom>
        </p:spPr>
      </p:pic>
      <p:pic>
        <p:nvPicPr>
          <p:cNvPr id="38" name="Рисунок 3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904767" y="3325305"/>
            <a:ext cx="807966" cy="738812"/>
          </a:xfrm>
          <a:prstGeom prst="rect">
            <a:avLst/>
          </a:prstGeom>
        </p:spPr>
      </p:pic>
      <p:pic>
        <p:nvPicPr>
          <p:cNvPr id="39" name="Рисунок 38"/>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9091779" y="3630291"/>
            <a:ext cx="1552146" cy="297649"/>
          </a:xfrm>
          <a:prstGeom prst="rect">
            <a:avLst/>
          </a:prstGeom>
        </p:spPr>
      </p:pic>
      <p:pic>
        <p:nvPicPr>
          <p:cNvPr id="40" name="Рисунок 39"/>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778740" y="4673722"/>
            <a:ext cx="868392" cy="634639"/>
          </a:xfrm>
          <a:prstGeom prst="rect">
            <a:avLst/>
          </a:prstGeom>
        </p:spPr>
      </p:pic>
      <p:pic>
        <p:nvPicPr>
          <p:cNvPr id="41" name="Рисунок 4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949949" y="4574269"/>
            <a:ext cx="717602" cy="770703"/>
          </a:xfrm>
          <a:prstGeom prst="rect">
            <a:avLst/>
          </a:prstGeom>
        </p:spPr>
      </p:pic>
      <p:pic>
        <p:nvPicPr>
          <p:cNvPr id="42" name="Рисунок 41"/>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9174171" y="4858633"/>
            <a:ext cx="1387364" cy="244498"/>
          </a:xfrm>
          <a:prstGeom prst="rect">
            <a:avLst/>
          </a:prstGeom>
        </p:spPr>
      </p:pic>
      <p:sp>
        <p:nvSpPr>
          <p:cNvPr id="43" name="Заголовок 2"/>
          <p:cNvSpPr>
            <a:spLocks noGrp="1"/>
          </p:cNvSpPr>
          <p:nvPr>
            <p:ph type="ctrTitle"/>
          </p:nvPr>
        </p:nvSpPr>
        <p:spPr>
          <a:xfrm>
            <a:off x="695964" y="553206"/>
            <a:ext cx="5065880" cy="298618"/>
          </a:xfrm>
        </p:spPr>
        <p:txBody>
          <a:bodyPr/>
          <a:lstStyle>
            <a:lvl1pPr>
              <a:defRPr kumimoji="0" lang="ru-RU" sz="1940" b="1" i="0" u="none" strike="noStrike" kern="0" cap="none" spc="0" normalizeH="0" baseline="0" dirty="0">
                <a:ln>
                  <a:noFill/>
                </a:ln>
                <a:solidFill>
                  <a:srgbClr val="008FD1"/>
                </a:solidFill>
                <a:effectLst/>
                <a:uLnTx/>
                <a:uFillTx/>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lang="en-US"/>
              <a:t>Click to edit Master title style</a:t>
            </a:r>
            <a:endParaRPr lang="ru-RU" dirty="0"/>
          </a:p>
        </p:txBody>
      </p:sp>
      <p:sp>
        <p:nvSpPr>
          <p:cNvPr id="44" name="object 3"/>
          <p:cNvSpPr txBox="1"/>
          <p:nvPr userDrawn="1"/>
        </p:nvSpPr>
        <p:spPr>
          <a:xfrm>
            <a:off x="671769"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Blue</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0 139 203</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5" name="object 3"/>
          <p:cNvSpPr txBox="1"/>
          <p:nvPr userDrawn="1"/>
        </p:nvSpPr>
        <p:spPr>
          <a:xfrm>
            <a:off x="1856998"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Yellow</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253 198 0</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6" name="object 3"/>
          <p:cNvSpPr txBox="1"/>
          <p:nvPr userDrawn="1"/>
        </p:nvSpPr>
        <p:spPr>
          <a:xfrm>
            <a:off x="3042226"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Gray</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77 77 77</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7" name="Прямоугольник 46"/>
          <p:cNvSpPr/>
          <p:nvPr userDrawn="1"/>
        </p:nvSpPr>
        <p:spPr>
          <a:xfrm>
            <a:off x="1856999" y="4051009"/>
            <a:ext cx="1046596" cy="1046522"/>
          </a:xfrm>
          <a:prstGeom prst="rect">
            <a:avLst/>
          </a:prstGeom>
          <a:solidFill>
            <a:srgbClr val="50D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48" name="object 3"/>
          <p:cNvSpPr txBox="1"/>
          <p:nvPr userDrawn="1"/>
        </p:nvSpPr>
        <p:spPr>
          <a:xfrm>
            <a:off x="1856998"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Green </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080 204 145</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9" name="object 3"/>
          <p:cNvSpPr txBox="1"/>
          <p:nvPr userDrawn="1"/>
        </p:nvSpPr>
        <p:spPr>
          <a:xfrm>
            <a:off x="671769"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Violet</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091 087 162</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0" name="object 3"/>
          <p:cNvSpPr txBox="1"/>
          <p:nvPr userDrawn="1"/>
        </p:nvSpPr>
        <p:spPr>
          <a:xfrm>
            <a:off x="3042226"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Turquoise</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a:t>
            </a:r>
            <a:r>
              <a:rPr kumimoji="0" lang="ru-RU"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089 176</a:t>
            </a: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 </a:t>
            </a:r>
            <a:r>
              <a:rPr kumimoji="0" lang="ru-RU"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174</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1" name="object 3"/>
          <p:cNvSpPr txBox="1"/>
          <p:nvPr userDrawn="1"/>
        </p:nvSpPr>
        <p:spPr>
          <a:xfrm>
            <a:off x="4227456"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Black</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000 000 000</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3" name="Holder 2"/>
          <p:cNvSpPr txBox="1">
            <a:spLocks/>
          </p:cNvSpPr>
          <p:nvPr userDrawn="1"/>
        </p:nvSpPr>
        <p:spPr>
          <a:xfrm>
            <a:off x="6407014" y="553282"/>
            <a:ext cx="4756680" cy="298543"/>
          </a:xfrm>
          <a:prstGeom prst="rect">
            <a:avLst/>
          </a:prstGeom>
        </p:spPr>
        <p:txBody>
          <a:bodyPr wrap="square" lIns="0" tIns="0" rIns="0" bIns="0" anchor="b" anchorCtr="0">
            <a:spAutoFit/>
          </a:bodyPr>
          <a:lstStyle>
            <a:lvl1pPr>
              <a:defRPr sz="3200" b="1" i="0" baseline="0">
                <a:solidFill>
                  <a:srgbClr val="008FD1"/>
                </a:solidFill>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1940"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rPr>
              <a:t>Shareholders </a:t>
            </a:r>
            <a:endParaRPr kumimoji="0" lang="ru-RU" sz="1940"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endParaRPr>
          </a:p>
        </p:txBody>
      </p:sp>
    </p:spTree>
    <p:extLst>
      <p:ext uri="{BB962C8B-B14F-4D97-AF65-F5344CB8AC3E}">
        <p14:creationId xmlns:p14="http://schemas.microsoft.com/office/powerpoint/2010/main" val="76075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Прямоугольник с двумя скругленными соседними углами 3">
            <a:extLst>
              <a:ext uri="{FF2B5EF4-FFF2-40B4-BE49-F238E27FC236}">
                <a16:creationId xmlns:a16="http://schemas.microsoft.com/office/drawing/2014/main" id="{86ECABF4-FCA2-4F5F-A8AF-4632AC050857}"/>
              </a:ext>
            </a:extLst>
          </p:cNvPr>
          <p:cNvSpPr/>
          <p:nvPr userDrawn="1"/>
        </p:nvSpPr>
        <p:spPr>
          <a:xfrm flipV="1">
            <a:off x="11336136" y="1"/>
            <a:ext cx="855865" cy="855805"/>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sz="1092" dirty="0"/>
          </a:p>
        </p:txBody>
      </p:sp>
      <p:pic>
        <p:nvPicPr>
          <p:cNvPr id="8" name="Рисунок 87">
            <a:extLst>
              <a:ext uri="{FF2B5EF4-FFF2-40B4-BE49-F238E27FC236}">
                <a16:creationId xmlns:a16="http://schemas.microsoft.com/office/drawing/2014/main" id="{67C34D01-AD72-4823-85AB-8A0C8FA66221}"/>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11410132" y="92706"/>
            <a:ext cx="716511" cy="670394"/>
          </a:xfrm>
          <a:prstGeom prst="rect">
            <a:avLst/>
          </a:prstGeom>
        </p:spPr>
      </p:pic>
      <p:sp>
        <p:nvSpPr>
          <p:cNvPr id="10" name="Прямоугольник с одним скругленным углом 10">
            <a:extLst>
              <a:ext uri="{FF2B5EF4-FFF2-40B4-BE49-F238E27FC236}">
                <a16:creationId xmlns:a16="http://schemas.microsoft.com/office/drawing/2014/main" id="{5CC9A1F0-FDDE-465F-A976-17113911F1F8}"/>
              </a:ext>
            </a:extLst>
          </p:cNvPr>
          <p:cNvSpPr/>
          <p:nvPr userDrawn="1"/>
        </p:nvSpPr>
        <p:spPr>
          <a:xfrm flipV="1">
            <a:off x="680650" y="1"/>
            <a:ext cx="178426" cy="221797"/>
          </a:xfrm>
          <a:prstGeom prst="round1Rect">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9690503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hf hdr="0" ftr="0" dt="0"/>
  <p:txStyles>
    <p:titleStyle>
      <a:lvl1pPr algn="l" defTabSz="554500" rtl="0" eaLnBrk="1" latinLnBrk="0" hangingPunct="1">
        <a:lnSpc>
          <a:spcPct val="90000"/>
        </a:lnSpc>
        <a:spcBef>
          <a:spcPct val="0"/>
        </a:spcBef>
        <a:buNone/>
        <a:defRPr sz="2668" kern="1200">
          <a:solidFill>
            <a:schemeClr val="tx1"/>
          </a:solidFill>
          <a:latin typeface="+mj-lt"/>
          <a:ea typeface="+mj-ea"/>
          <a:cs typeface="+mj-cs"/>
        </a:defRPr>
      </a:lvl1pPr>
    </p:titleStyle>
    <p:bodyStyle>
      <a:lvl1pPr marL="138625" indent="-138625" algn="l" defTabSz="554500" rtl="0" eaLnBrk="1" latinLnBrk="0" hangingPunct="1">
        <a:lnSpc>
          <a:spcPct val="90000"/>
        </a:lnSpc>
        <a:spcBef>
          <a:spcPts val="606"/>
        </a:spcBef>
        <a:buFont typeface="Arial" panose="020B0604020202020204" pitchFamily="34" charset="0"/>
        <a:buChar char="•"/>
        <a:defRPr sz="1698" kern="1200">
          <a:solidFill>
            <a:schemeClr val="tx1"/>
          </a:solidFill>
          <a:latin typeface="+mn-lt"/>
          <a:ea typeface="+mn-ea"/>
          <a:cs typeface="+mn-cs"/>
        </a:defRPr>
      </a:lvl1pPr>
      <a:lvl2pPr marL="415875" indent="-138625" algn="l" defTabSz="554500" rtl="0" eaLnBrk="1" latinLnBrk="0" hangingPunct="1">
        <a:lnSpc>
          <a:spcPct val="90000"/>
        </a:lnSpc>
        <a:spcBef>
          <a:spcPts val="303"/>
        </a:spcBef>
        <a:buFont typeface="Arial" panose="020B0604020202020204" pitchFamily="34" charset="0"/>
        <a:buChar char="•"/>
        <a:defRPr sz="1455" kern="1200">
          <a:solidFill>
            <a:schemeClr val="tx1"/>
          </a:solidFill>
          <a:latin typeface="+mn-lt"/>
          <a:ea typeface="+mn-ea"/>
          <a:cs typeface="+mn-cs"/>
        </a:defRPr>
      </a:lvl2pPr>
      <a:lvl3pPr marL="693125" indent="-138625" algn="l" defTabSz="554500" rtl="0" eaLnBrk="1" latinLnBrk="0" hangingPunct="1">
        <a:lnSpc>
          <a:spcPct val="90000"/>
        </a:lnSpc>
        <a:spcBef>
          <a:spcPts val="303"/>
        </a:spcBef>
        <a:buFont typeface="Arial" panose="020B0604020202020204" pitchFamily="34" charset="0"/>
        <a:buChar char="•"/>
        <a:defRPr sz="1213" kern="1200">
          <a:solidFill>
            <a:schemeClr val="tx1"/>
          </a:solidFill>
          <a:latin typeface="+mn-lt"/>
          <a:ea typeface="+mn-ea"/>
          <a:cs typeface="+mn-cs"/>
        </a:defRPr>
      </a:lvl3pPr>
      <a:lvl4pPr marL="9703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4pPr>
      <a:lvl5pPr marL="124762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5pPr>
      <a:lvl6pPr marL="15248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6pPr>
      <a:lvl7pPr marL="1802126"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7pPr>
      <a:lvl8pPr marL="20793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8pPr>
      <a:lvl9pPr marL="2356626"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9pPr>
    </p:bodyStyle>
    <p:otherStyle>
      <a:defPPr>
        <a:defRPr lang="en-US"/>
      </a:defPPr>
      <a:lvl1pPr marL="0" algn="l" defTabSz="554500" rtl="0" eaLnBrk="1" latinLnBrk="0" hangingPunct="1">
        <a:defRPr sz="1092" kern="1200">
          <a:solidFill>
            <a:schemeClr val="tx1"/>
          </a:solidFill>
          <a:latin typeface="+mn-lt"/>
          <a:ea typeface="+mn-ea"/>
          <a:cs typeface="+mn-cs"/>
        </a:defRPr>
      </a:lvl1pPr>
      <a:lvl2pPr marL="277250" algn="l" defTabSz="554500" rtl="0" eaLnBrk="1" latinLnBrk="0" hangingPunct="1">
        <a:defRPr sz="1092" kern="1200">
          <a:solidFill>
            <a:schemeClr val="tx1"/>
          </a:solidFill>
          <a:latin typeface="+mn-lt"/>
          <a:ea typeface="+mn-ea"/>
          <a:cs typeface="+mn-cs"/>
        </a:defRPr>
      </a:lvl2pPr>
      <a:lvl3pPr marL="554500" algn="l" defTabSz="554500" rtl="0" eaLnBrk="1" latinLnBrk="0" hangingPunct="1">
        <a:defRPr sz="1092" kern="1200">
          <a:solidFill>
            <a:schemeClr val="tx1"/>
          </a:solidFill>
          <a:latin typeface="+mn-lt"/>
          <a:ea typeface="+mn-ea"/>
          <a:cs typeface="+mn-cs"/>
        </a:defRPr>
      </a:lvl3pPr>
      <a:lvl4pPr marL="831750" algn="l" defTabSz="554500" rtl="0" eaLnBrk="1" latinLnBrk="0" hangingPunct="1">
        <a:defRPr sz="1092" kern="1200">
          <a:solidFill>
            <a:schemeClr val="tx1"/>
          </a:solidFill>
          <a:latin typeface="+mn-lt"/>
          <a:ea typeface="+mn-ea"/>
          <a:cs typeface="+mn-cs"/>
        </a:defRPr>
      </a:lvl4pPr>
      <a:lvl5pPr marL="1109000" algn="l" defTabSz="554500" rtl="0" eaLnBrk="1" latinLnBrk="0" hangingPunct="1">
        <a:defRPr sz="1092" kern="1200">
          <a:solidFill>
            <a:schemeClr val="tx1"/>
          </a:solidFill>
          <a:latin typeface="+mn-lt"/>
          <a:ea typeface="+mn-ea"/>
          <a:cs typeface="+mn-cs"/>
        </a:defRPr>
      </a:lvl5pPr>
      <a:lvl6pPr marL="1386250" algn="l" defTabSz="554500" rtl="0" eaLnBrk="1" latinLnBrk="0" hangingPunct="1">
        <a:defRPr sz="1092" kern="1200">
          <a:solidFill>
            <a:schemeClr val="tx1"/>
          </a:solidFill>
          <a:latin typeface="+mn-lt"/>
          <a:ea typeface="+mn-ea"/>
          <a:cs typeface="+mn-cs"/>
        </a:defRPr>
      </a:lvl6pPr>
      <a:lvl7pPr marL="1663500" algn="l" defTabSz="554500" rtl="0" eaLnBrk="1" latinLnBrk="0" hangingPunct="1">
        <a:defRPr sz="1092" kern="1200">
          <a:solidFill>
            <a:schemeClr val="tx1"/>
          </a:solidFill>
          <a:latin typeface="+mn-lt"/>
          <a:ea typeface="+mn-ea"/>
          <a:cs typeface="+mn-cs"/>
        </a:defRPr>
      </a:lvl7pPr>
      <a:lvl8pPr marL="1940750" algn="l" defTabSz="554500" rtl="0" eaLnBrk="1" latinLnBrk="0" hangingPunct="1">
        <a:defRPr sz="1092" kern="1200">
          <a:solidFill>
            <a:schemeClr val="tx1"/>
          </a:solidFill>
          <a:latin typeface="+mn-lt"/>
          <a:ea typeface="+mn-ea"/>
          <a:cs typeface="+mn-cs"/>
        </a:defRPr>
      </a:lvl8pPr>
      <a:lvl9pPr marL="2218001" algn="l" defTabSz="554500" rtl="0" eaLnBrk="1" latinLnBrk="0" hangingPunct="1">
        <a:defRPr sz="109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17E9D482-5796-7B51-8468-48AB6B706D3E}"/>
              </a:ext>
            </a:extLst>
          </p:cNvPr>
          <p:cNvSpPr txBox="1">
            <a:spLocks/>
          </p:cNvSpPr>
          <p:nvPr/>
        </p:nvSpPr>
        <p:spPr>
          <a:xfrm>
            <a:off x="580356" y="742548"/>
            <a:ext cx="11031287" cy="4464423"/>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ru-RU" sz="800" b="1" dirty="0">
                <a:solidFill>
                  <a:schemeClr val="tx1"/>
                </a:solidFill>
                <a:latin typeface="Times New Roman" panose="02020603050405020304" pitchFamily="18" charset="0"/>
                <a:cs typeface="Times New Roman" panose="02020603050405020304" pitchFamily="18" charset="0"/>
              </a:rPr>
              <a:t>Приложение 2 </a:t>
            </a:r>
          </a:p>
          <a:p>
            <a:pPr algn="r"/>
            <a:r>
              <a:rPr lang="ru-RU" sz="800" dirty="0">
                <a:solidFill>
                  <a:schemeClr val="tx1"/>
                </a:solidFill>
                <a:latin typeface="Times New Roman" panose="02020603050405020304" pitchFamily="18" charset="0"/>
                <a:cs typeface="Times New Roman" panose="02020603050405020304" pitchFamily="18" charset="0"/>
              </a:rPr>
              <a:t>к приказу Компании «О внесении изменений в организационную структуру и штатное расписание по Директорату </a:t>
            </a:r>
          </a:p>
          <a:p>
            <a:pPr algn="r"/>
            <a:r>
              <a:rPr lang="ru-RU" sz="800" dirty="0">
                <a:solidFill>
                  <a:schemeClr val="tx1"/>
                </a:solidFill>
                <a:latin typeface="Times New Roman" panose="02020603050405020304" pitchFamily="18" charset="0"/>
                <a:cs typeface="Times New Roman" panose="02020603050405020304" pitchFamily="18" charset="0"/>
              </a:rPr>
              <a:t>по охране здоровья, труда, окружающей среды и обеспечению безопасности Компании»</a:t>
            </a:r>
          </a:p>
          <a:p>
            <a:pPr algn="r"/>
            <a:r>
              <a:rPr lang="ru-RU" sz="800" dirty="0">
                <a:solidFill>
                  <a:schemeClr val="tx1"/>
                </a:solidFill>
                <a:latin typeface="Times New Roman" panose="02020603050405020304" pitchFamily="18" charset="0"/>
                <a:cs typeface="Times New Roman" panose="02020603050405020304" pitchFamily="18" charset="0"/>
              </a:rPr>
              <a:t>от 21</a:t>
            </a:r>
            <a:r>
              <a:rPr lang="en-US" sz="800" dirty="0">
                <a:solidFill>
                  <a:schemeClr val="tx1"/>
                </a:solidFill>
                <a:latin typeface="Times New Roman" panose="02020603050405020304" pitchFamily="18" charset="0"/>
                <a:cs typeface="Times New Roman" panose="02020603050405020304" pitchFamily="18" charset="0"/>
              </a:rPr>
              <a:t> </a:t>
            </a:r>
            <a:r>
              <a:rPr lang="ru-RU" sz="800" dirty="0">
                <a:solidFill>
                  <a:schemeClr val="tx1"/>
                </a:solidFill>
                <a:latin typeface="Times New Roman" panose="02020603050405020304" pitchFamily="18" charset="0"/>
                <a:cs typeface="Times New Roman" panose="02020603050405020304" pitchFamily="18" charset="0"/>
              </a:rPr>
              <a:t>января 2026 года № </a:t>
            </a:r>
            <a:r>
              <a:rPr lang="en-US" sz="800" dirty="0">
                <a:solidFill>
                  <a:schemeClr val="tx1"/>
                </a:solidFill>
                <a:latin typeface="Times New Roman" panose="02020603050405020304" pitchFamily="18" charset="0"/>
                <a:cs typeface="Times New Roman" panose="02020603050405020304" pitchFamily="18" charset="0"/>
              </a:rPr>
              <a:t>2026-K4-0002</a:t>
            </a:r>
            <a:endParaRPr lang="ru-RU" sz="800" dirty="0">
              <a:solidFill>
                <a:schemeClr val="tx1"/>
              </a:solidFill>
              <a:latin typeface="Times New Roman" panose="02020603050405020304" pitchFamily="18" charset="0"/>
              <a:cs typeface="Times New Roman" panose="02020603050405020304" pitchFamily="18" charset="0"/>
            </a:endParaRPr>
          </a:p>
          <a:p>
            <a:pPr algn="r"/>
            <a:endParaRPr lang="ru-RU" sz="800" b="1" dirty="0">
              <a:solidFill>
                <a:schemeClr val="tx1"/>
              </a:solidFill>
              <a:latin typeface="Times New Roman" panose="02020603050405020304" pitchFamily="18" charset="0"/>
              <a:cs typeface="Times New Roman" panose="02020603050405020304" pitchFamily="18" charset="0"/>
            </a:endParaRPr>
          </a:p>
          <a:p>
            <a:pPr algn="r"/>
            <a:r>
              <a:rPr lang="en-US" sz="800" b="1" dirty="0">
                <a:solidFill>
                  <a:schemeClr val="tx1"/>
                </a:solidFill>
                <a:latin typeface="Times New Roman" panose="02020603050405020304" pitchFamily="18" charset="0"/>
                <a:cs typeface="Times New Roman" panose="02020603050405020304" pitchFamily="18" charset="0"/>
              </a:rPr>
              <a:t>Annex-2</a:t>
            </a:r>
          </a:p>
          <a:p>
            <a:pPr algn="r"/>
            <a:r>
              <a:rPr lang="en-US" sz="800" dirty="0">
                <a:solidFill>
                  <a:schemeClr val="tx1"/>
                </a:solidFill>
                <a:latin typeface="Times New Roman" panose="02020603050405020304" pitchFamily="18" charset="0"/>
                <a:cs typeface="Times New Roman" panose="02020603050405020304" pitchFamily="18" charset="0"/>
              </a:rPr>
              <a:t>to Company Order No. 2026-K4-0002</a:t>
            </a:r>
            <a:r>
              <a:rPr lang="kk-KZ" sz="800" dirty="0">
                <a:solidFill>
                  <a:schemeClr val="tx1"/>
                </a:solidFill>
                <a:latin typeface="Times New Roman" panose="02020603050405020304" pitchFamily="18" charset="0"/>
                <a:cs typeface="Times New Roman" panose="02020603050405020304" pitchFamily="18" charset="0"/>
              </a:rPr>
              <a:t> </a:t>
            </a:r>
            <a:r>
              <a:rPr lang="en-US" sz="800" dirty="0">
                <a:solidFill>
                  <a:schemeClr val="tx1"/>
                </a:solidFill>
                <a:latin typeface="Times New Roman" panose="02020603050405020304" pitchFamily="18" charset="0"/>
                <a:cs typeface="Times New Roman" panose="02020603050405020304" pitchFamily="18" charset="0"/>
              </a:rPr>
              <a:t>dated January 2</a:t>
            </a:r>
            <a:r>
              <a:rPr lang="kk-KZ" sz="800" dirty="0">
                <a:solidFill>
                  <a:schemeClr val="tx1"/>
                </a:solidFill>
                <a:latin typeface="Times New Roman" panose="02020603050405020304" pitchFamily="18" charset="0"/>
                <a:cs typeface="Times New Roman" panose="02020603050405020304" pitchFamily="18" charset="0"/>
              </a:rPr>
              <a:t>1</a:t>
            </a:r>
            <a:r>
              <a:rPr lang="en-US" sz="800" dirty="0">
                <a:solidFill>
                  <a:schemeClr val="tx1"/>
                </a:solidFill>
                <a:latin typeface="Times New Roman" panose="02020603050405020304" pitchFamily="18" charset="0"/>
                <a:cs typeface="Times New Roman" panose="02020603050405020304" pitchFamily="18" charset="0"/>
              </a:rPr>
              <a:t>, 202</a:t>
            </a:r>
            <a:r>
              <a:rPr lang="ru-RU" sz="800" dirty="0">
                <a:solidFill>
                  <a:schemeClr val="tx1"/>
                </a:solidFill>
                <a:latin typeface="Times New Roman" panose="02020603050405020304" pitchFamily="18" charset="0"/>
                <a:cs typeface="Times New Roman" panose="02020603050405020304" pitchFamily="18" charset="0"/>
              </a:rPr>
              <a:t>6</a:t>
            </a:r>
            <a:endParaRPr lang="en-US" sz="800" dirty="0">
              <a:solidFill>
                <a:schemeClr val="tx1"/>
              </a:solidFill>
              <a:latin typeface="Times New Roman" panose="02020603050405020304" pitchFamily="18" charset="0"/>
              <a:cs typeface="Times New Roman" panose="02020603050405020304" pitchFamily="18" charset="0"/>
            </a:endParaRPr>
          </a:p>
          <a:p>
            <a:pPr algn="r"/>
            <a:r>
              <a:rPr lang="en-US" sz="800" dirty="0">
                <a:solidFill>
                  <a:schemeClr val="tx1"/>
                </a:solidFill>
                <a:latin typeface="Times New Roman" panose="02020603050405020304" pitchFamily="18" charset="0"/>
                <a:cs typeface="Times New Roman" panose="02020603050405020304" pitchFamily="18" charset="0"/>
              </a:rPr>
              <a:t>“On Introduction of Changes to the Organization Chart and Staffing Schedule of  Health, Safety, </a:t>
            </a:r>
            <a:endParaRPr lang="ru-RU" sz="800" dirty="0">
              <a:solidFill>
                <a:schemeClr val="tx1"/>
              </a:solidFill>
              <a:latin typeface="Times New Roman" panose="02020603050405020304" pitchFamily="18" charset="0"/>
              <a:cs typeface="Times New Roman" panose="02020603050405020304" pitchFamily="18" charset="0"/>
            </a:endParaRPr>
          </a:p>
          <a:p>
            <a:pPr algn="r"/>
            <a:r>
              <a:rPr lang="en-US" sz="800" dirty="0">
                <a:solidFill>
                  <a:schemeClr val="tx1"/>
                </a:solidFill>
                <a:latin typeface="Times New Roman" panose="02020603050405020304" pitchFamily="18" charset="0"/>
                <a:cs typeface="Times New Roman" panose="02020603050405020304" pitchFamily="18" charset="0"/>
              </a:rPr>
              <a:t>Security &amp; Environment Directorate of the Company”</a:t>
            </a:r>
          </a:p>
          <a:p>
            <a:pPr algn="r"/>
            <a:endParaRPr lang="ru-RU" sz="800" b="1" dirty="0">
              <a:solidFill>
                <a:schemeClr val="tx1"/>
              </a:solidFill>
              <a:latin typeface="Times New Roman" panose="02020603050405020304" pitchFamily="18" charset="0"/>
              <a:cs typeface="Times New Roman" panose="02020603050405020304" pitchFamily="18" charset="0"/>
            </a:endParaRPr>
          </a:p>
          <a:p>
            <a:pPr algn="r"/>
            <a:r>
              <a:rPr lang="en-US" sz="800" b="1" dirty="0">
                <a:solidFill>
                  <a:schemeClr val="tx1"/>
                </a:solidFill>
                <a:latin typeface="Times New Roman" panose="02020603050405020304" pitchFamily="18" charset="0"/>
                <a:cs typeface="Times New Roman" panose="02020603050405020304" pitchFamily="18" charset="0"/>
              </a:rPr>
              <a:t>2 – </a:t>
            </a:r>
            <a:r>
              <a:rPr lang="ru-RU" sz="800" b="1" dirty="0" err="1">
                <a:solidFill>
                  <a:schemeClr val="tx1"/>
                </a:solidFill>
                <a:latin typeface="Times New Roman" panose="02020603050405020304" pitchFamily="18" charset="0"/>
                <a:cs typeface="Times New Roman" panose="02020603050405020304" pitchFamily="18" charset="0"/>
              </a:rPr>
              <a:t>Қосымша</a:t>
            </a:r>
            <a:endParaRPr lang="en-US" sz="800" dirty="0">
              <a:solidFill>
                <a:schemeClr val="tx1"/>
              </a:solidFill>
              <a:latin typeface="Times New Roman" panose="02020603050405020304" pitchFamily="18" charset="0"/>
              <a:cs typeface="Times New Roman" panose="02020603050405020304" pitchFamily="18" charset="0"/>
            </a:endParaRPr>
          </a:p>
          <a:p>
            <a:pPr algn="r"/>
            <a:r>
              <a:rPr lang="ru-RU" sz="800" dirty="0">
                <a:solidFill>
                  <a:schemeClr val="tx1"/>
                </a:solidFill>
                <a:latin typeface="Times New Roman" panose="02020603050405020304" pitchFamily="18" charset="0"/>
                <a:cs typeface="Times New Roman" panose="02020603050405020304" pitchFamily="18" charset="0"/>
              </a:rPr>
              <a:t>Компанияның 202</a:t>
            </a:r>
            <a:r>
              <a:rPr lang="en-US" sz="800" dirty="0">
                <a:solidFill>
                  <a:schemeClr val="tx1"/>
                </a:solidFill>
                <a:latin typeface="Times New Roman" panose="02020603050405020304" pitchFamily="18" charset="0"/>
                <a:cs typeface="Times New Roman" panose="02020603050405020304" pitchFamily="18" charset="0"/>
              </a:rPr>
              <a:t>6</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жылғы</a:t>
            </a:r>
            <a:r>
              <a:rPr lang="ru-RU" sz="800" dirty="0">
                <a:solidFill>
                  <a:schemeClr val="tx1"/>
                </a:solidFill>
                <a:latin typeface="Times New Roman" panose="02020603050405020304" pitchFamily="18" charset="0"/>
                <a:cs typeface="Times New Roman" panose="02020603050405020304" pitchFamily="18" charset="0"/>
              </a:rPr>
              <a:t> </a:t>
            </a:r>
            <a:r>
              <a:rPr lang="en-US" sz="800" dirty="0">
                <a:solidFill>
                  <a:schemeClr val="tx1"/>
                </a:solidFill>
                <a:latin typeface="Times New Roman" panose="02020603050405020304" pitchFamily="18" charset="0"/>
                <a:cs typeface="Times New Roman" panose="02020603050405020304" pitchFamily="18" charset="0"/>
              </a:rPr>
              <a:t>21</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қаңтар</a:t>
            </a:r>
            <a:r>
              <a:rPr lang="kk-KZ" sz="800" dirty="0">
                <a:solidFill>
                  <a:schemeClr val="tx1"/>
                </a:solidFill>
                <a:latin typeface="Times New Roman" panose="02020603050405020304" pitchFamily="18" charset="0"/>
                <a:cs typeface="Times New Roman" panose="02020603050405020304" pitchFamily="18" charset="0"/>
              </a:rPr>
              <a:t>дағы</a:t>
            </a:r>
            <a:r>
              <a:rPr lang="ru-RU" sz="800" dirty="0">
                <a:solidFill>
                  <a:schemeClr val="tx1"/>
                </a:solidFill>
                <a:latin typeface="Times New Roman" panose="02020603050405020304" pitchFamily="18" charset="0"/>
                <a:cs typeface="Times New Roman" panose="02020603050405020304" pitchFamily="18" charset="0"/>
              </a:rPr>
              <a:t> № </a:t>
            </a:r>
            <a:r>
              <a:rPr lang="en-US" sz="800" dirty="0">
                <a:solidFill>
                  <a:schemeClr val="tx1"/>
                </a:solidFill>
                <a:latin typeface="Times New Roman" panose="02020603050405020304" pitchFamily="18" charset="0"/>
                <a:cs typeface="Times New Roman" panose="02020603050405020304" pitchFamily="18" charset="0"/>
              </a:rPr>
              <a:t>2026-K4-0002</a:t>
            </a:r>
          </a:p>
          <a:p>
            <a:pPr algn="r"/>
            <a:r>
              <a:rPr lang="en-US" sz="800" dirty="0">
                <a:solidFill>
                  <a:schemeClr val="tx1"/>
                </a:solidFill>
                <a:latin typeface="Times New Roman" panose="02020603050405020304" pitchFamily="18" charset="0"/>
                <a:cs typeface="Times New Roman" panose="02020603050405020304" pitchFamily="18" charset="0"/>
              </a:rPr>
              <a:t>“</a:t>
            </a:r>
            <a:r>
              <a:rPr lang="ru-RU" sz="800" dirty="0">
                <a:solidFill>
                  <a:schemeClr val="tx1"/>
                </a:solidFill>
                <a:latin typeface="Times New Roman" panose="02020603050405020304" pitchFamily="18" charset="0"/>
                <a:cs typeface="Times New Roman" panose="02020603050405020304" pitchFamily="18" charset="0"/>
              </a:rPr>
              <a:t>Компанияның </a:t>
            </a:r>
            <a:r>
              <a:rPr lang="ru-RU" sz="800" dirty="0" err="1">
                <a:solidFill>
                  <a:schemeClr val="tx1"/>
                </a:solidFill>
                <a:latin typeface="Times New Roman" panose="02020603050405020304" pitchFamily="18" charset="0"/>
                <a:cs typeface="Times New Roman" panose="02020603050405020304" pitchFamily="18" charset="0"/>
              </a:rPr>
              <a:t>Денсаулық</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еңбек</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қауіпсіздік</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және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қоршаған</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ортаны</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қорғау</a:t>
            </a:r>
            <a:r>
              <a:rPr lang="ru-RU" sz="800" dirty="0">
                <a:solidFill>
                  <a:schemeClr val="tx1"/>
                </a:solidFill>
                <a:latin typeface="Times New Roman" panose="02020603050405020304" pitchFamily="18" charset="0"/>
                <a:cs typeface="Times New Roman" panose="02020603050405020304" pitchFamily="18" charset="0"/>
              </a:rPr>
              <a:t> директораты </a:t>
            </a:r>
            <a:r>
              <a:rPr lang="ru-RU" sz="800" dirty="0" err="1">
                <a:solidFill>
                  <a:schemeClr val="tx1"/>
                </a:solidFill>
                <a:latin typeface="Times New Roman" panose="02020603050405020304" pitchFamily="18" charset="0"/>
                <a:cs typeface="Times New Roman" panose="02020603050405020304" pitchFamily="18" charset="0"/>
              </a:rPr>
              <a:t>бойынша</a:t>
            </a:r>
            <a:endParaRPr lang="en-US" sz="800" dirty="0">
              <a:solidFill>
                <a:schemeClr val="tx1"/>
              </a:solidFill>
              <a:latin typeface="Times New Roman" panose="02020603050405020304" pitchFamily="18" charset="0"/>
              <a:cs typeface="Times New Roman" panose="02020603050405020304" pitchFamily="18" charset="0"/>
            </a:endParaRPr>
          </a:p>
          <a:p>
            <a:pPr algn="r"/>
            <a:r>
              <a:rPr lang="ru-RU" sz="800" dirty="0" err="1">
                <a:solidFill>
                  <a:schemeClr val="tx1"/>
                </a:solidFill>
                <a:latin typeface="Times New Roman" panose="02020603050405020304" pitchFamily="18" charset="0"/>
                <a:cs typeface="Times New Roman" panose="02020603050405020304" pitchFamily="18" charset="0"/>
              </a:rPr>
              <a:t>ұйымдық</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құрылымына</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және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штаттық</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кестесіне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өзгерістер</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енгізу</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туралы</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бұйрығына</a:t>
            </a:r>
            <a:endParaRPr lang="ru-RU"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en-US" sz="800" dirty="0">
              <a:solidFill>
                <a:schemeClr val="tx1"/>
              </a:solidFill>
              <a:latin typeface="Times New Roman" panose="02020603050405020304" pitchFamily="18" charset="0"/>
              <a:cs typeface="Times New Roman" panose="02020603050405020304" pitchFamily="18" charset="0"/>
            </a:endParaRPr>
          </a:p>
          <a:p>
            <a:pPr algn="ctr"/>
            <a:r>
              <a:rPr lang="ru-RU" sz="800" b="1" dirty="0">
                <a:solidFill>
                  <a:schemeClr val="tx1"/>
                </a:solidFill>
                <a:latin typeface="Times New Roman" panose="02020603050405020304" pitchFamily="18" charset="0"/>
                <a:cs typeface="Times New Roman" panose="02020603050405020304" pitchFamily="18" charset="0"/>
              </a:rPr>
              <a:t>Новая Организационная структура Директората по охране здоровья, труда, окружающей среды и обеспечению безопасности по состоянию на </a:t>
            </a:r>
            <a:r>
              <a:rPr lang="en-US" sz="800" b="1" dirty="0">
                <a:solidFill>
                  <a:schemeClr val="tx1"/>
                </a:solidFill>
                <a:latin typeface="Times New Roman" panose="02020603050405020304" pitchFamily="18" charset="0"/>
                <a:cs typeface="Times New Roman" panose="02020603050405020304" pitchFamily="18" charset="0"/>
              </a:rPr>
              <a:t>21</a:t>
            </a:r>
            <a:r>
              <a:rPr lang="ru-RU" sz="800" b="1" dirty="0">
                <a:solidFill>
                  <a:schemeClr val="tx1"/>
                </a:solidFill>
                <a:latin typeface="Times New Roman" panose="02020603050405020304" pitchFamily="18" charset="0"/>
                <a:cs typeface="Times New Roman" panose="02020603050405020304" pitchFamily="18" charset="0"/>
              </a:rPr>
              <a:t> января 2026 года </a:t>
            </a:r>
          </a:p>
          <a:p>
            <a:pPr algn="ctr"/>
            <a:r>
              <a:rPr lang="ru-RU" sz="800" b="1" dirty="0">
                <a:solidFill>
                  <a:schemeClr val="tx1"/>
                </a:solidFill>
                <a:latin typeface="Times New Roman" panose="02020603050405020304" pitchFamily="18" charset="0"/>
                <a:cs typeface="Times New Roman" panose="02020603050405020304" pitchFamily="18" charset="0"/>
              </a:rPr>
              <a:t> </a:t>
            </a:r>
            <a:r>
              <a:rPr lang="en-US" sz="800" b="1" dirty="0">
                <a:solidFill>
                  <a:schemeClr val="tx1"/>
                </a:solidFill>
                <a:latin typeface="Times New Roman" panose="02020603050405020304" pitchFamily="18" charset="0"/>
                <a:cs typeface="Times New Roman" panose="02020603050405020304" pitchFamily="18" charset="0"/>
              </a:rPr>
              <a:t>New Organization chart of the Health, Safety, Security &amp; Environment Directorate as of January 21, 202</a:t>
            </a:r>
            <a:r>
              <a:rPr lang="kk-KZ" sz="800" b="1" dirty="0">
                <a:solidFill>
                  <a:schemeClr val="tx1"/>
                </a:solidFill>
                <a:latin typeface="Times New Roman" panose="02020603050405020304" pitchFamily="18" charset="0"/>
                <a:cs typeface="Times New Roman" panose="02020603050405020304" pitchFamily="18" charset="0"/>
              </a:rPr>
              <a:t>6 </a:t>
            </a:r>
          </a:p>
          <a:p>
            <a:pPr algn="ctr"/>
            <a:r>
              <a:rPr lang="ru-RU" sz="800" b="1" dirty="0" err="1">
                <a:solidFill>
                  <a:schemeClr val="tx1"/>
                </a:solidFill>
                <a:latin typeface="Times New Roman" panose="02020603050405020304" pitchFamily="18" charset="0"/>
                <a:cs typeface="Times New Roman" panose="02020603050405020304" pitchFamily="18" charset="0"/>
              </a:rPr>
              <a:t>Денсаулық</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еңбек</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қауіпсіздік</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және</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қоршаған</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ортаны</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қорғау</a:t>
            </a:r>
            <a:r>
              <a:rPr lang="ru-RU" sz="800" b="1" dirty="0">
                <a:solidFill>
                  <a:schemeClr val="tx1"/>
                </a:solidFill>
                <a:latin typeface="Times New Roman" panose="02020603050405020304" pitchFamily="18" charset="0"/>
                <a:cs typeface="Times New Roman" panose="02020603050405020304" pitchFamily="18" charset="0"/>
              </a:rPr>
              <a:t> д</a:t>
            </a:r>
            <a:r>
              <a:rPr lang="en-US" sz="800" b="1" dirty="0" err="1">
                <a:solidFill>
                  <a:schemeClr val="tx1"/>
                </a:solidFill>
                <a:latin typeface="Times New Roman" panose="02020603050405020304" pitchFamily="18" charset="0"/>
                <a:cs typeface="Times New Roman" panose="02020603050405020304" pitchFamily="18" charset="0"/>
              </a:rPr>
              <a:t>иректор</a:t>
            </a:r>
            <a:r>
              <a:rPr lang="ru-RU" sz="800" b="1" dirty="0">
                <a:solidFill>
                  <a:schemeClr val="tx1"/>
                </a:solidFill>
                <a:latin typeface="Times New Roman" panose="02020603050405020304" pitchFamily="18" charset="0"/>
                <a:cs typeface="Times New Roman" panose="02020603050405020304" pitchFamily="18" charset="0"/>
              </a:rPr>
              <a:t>а</a:t>
            </a:r>
            <a:r>
              <a:rPr lang="en-US" sz="800" b="1" dirty="0" err="1">
                <a:solidFill>
                  <a:schemeClr val="tx1"/>
                </a:solidFill>
                <a:latin typeface="Times New Roman" panose="02020603050405020304" pitchFamily="18" charset="0"/>
                <a:cs typeface="Times New Roman" panose="02020603050405020304" pitchFamily="18" charset="0"/>
              </a:rPr>
              <a:t>ттың</a:t>
            </a:r>
            <a:r>
              <a:rPr lang="en-US" sz="800" b="1" dirty="0">
                <a:solidFill>
                  <a:schemeClr val="tx1"/>
                </a:solidFill>
                <a:latin typeface="Times New Roman" panose="02020603050405020304" pitchFamily="18" charset="0"/>
                <a:cs typeface="Times New Roman" panose="02020603050405020304" pitchFamily="18" charset="0"/>
              </a:rPr>
              <a:t> </a:t>
            </a:r>
            <a:r>
              <a:rPr lang="en-US" sz="800" b="1" dirty="0" err="1">
                <a:solidFill>
                  <a:schemeClr val="tx1"/>
                </a:solidFill>
                <a:latin typeface="Times New Roman" panose="02020603050405020304" pitchFamily="18" charset="0"/>
                <a:cs typeface="Times New Roman" panose="02020603050405020304" pitchFamily="18" charset="0"/>
              </a:rPr>
              <a:t>жа</a:t>
            </a:r>
            <a:r>
              <a:rPr lang="kk-KZ" sz="800" b="1" dirty="0">
                <a:solidFill>
                  <a:schemeClr val="tx1"/>
                </a:solidFill>
                <a:latin typeface="Times New Roman" panose="02020603050405020304" pitchFamily="18" charset="0"/>
                <a:cs typeface="Times New Roman" panose="02020603050405020304" pitchFamily="18" charset="0"/>
              </a:rPr>
              <a:t>ң</a:t>
            </a:r>
            <a:r>
              <a:rPr lang="en-US" sz="800" b="1" dirty="0">
                <a:solidFill>
                  <a:schemeClr val="tx1"/>
                </a:solidFill>
                <a:latin typeface="Times New Roman" panose="02020603050405020304" pitchFamily="18" charset="0"/>
                <a:cs typeface="Times New Roman" panose="02020603050405020304" pitchFamily="18" charset="0"/>
              </a:rPr>
              <a:t>а </a:t>
            </a:r>
            <a:r>
              <a:rPr lang="en-US" sz="800" b="1" dirty="0" err="1">
                <a:solidFill>
                  <a:schemeClr val="tx1"/>
                </a:solidFill>
                <a:latin typeface="Times New Roman" panose="02020603050405020304" pitchFamily="18" charset="0"/>
                <a:cs typeface="Times New Roman" panose="02020603050405020304" pitchFamily="18" charset="0"/>
              </a:rPr>
              <a:t>ұйымдық</a:t>
            </a:r>
            <a:r>
              <a:rPr lang="en-US" sz="800" b="1" dirty="0">
                <a:solidFill>
                  <a:schemeClr val="tx1"/>
                </a:solidFill>
                <a:latin typeface="Times New Roman" panose="02020603050405020304" pitchFamily="18" charset="0"/>
                <a:cs typeface="Times New Roman" panose="02020603050405020304" pitchFamily="18" charset="0"/>
              </a:rPr>
              <a:t> </a:t>
            </a:r>
            <a:r>
              <a:rPr lang="en-US" sz="800" b="1" dirty="0" err="1">
                <a:solidFill>
                  <a:schemeClr val="tx1"/>
                </a:solidFill>
                <a:latin typeface="Times New Roman" panose="02020603050405020304" pitchFamily="18" charset="0"/>
                <a:cs typeface="Times New Roman" panose="02020603050405020304" pitchFamily="18" charset="0"/>
              </a:rPr>
              <a:t>құрылымы</a:t>
            </a:r>
            <a:r>
              <a:rPr lang="kk-KZ" sz="800" dirty="0">
                <a:solidFill>
                  <a:schemeClr val="tx1"/>
                </a:solidFill>
                <a:latin typeface="Times New Roman" panose="02020603050405020304" pitchFamily="18" charset="0"/>
                <a:cs typeface="Times New Roman" panose="02020603050405020304" pitchFamily="18" charset="0"/>
              </a:rPr>
              <a:t> </a:t>
            </a:r>
            <a:r>
              <a:rPr lang="en-US" sz="800" b="1" dirty="0">
                <a:solidFill>
                  <a:schemeClr val="tx1"/>
                </a:solidFill>
                <a:latin typeface="Times New Roman" panose="02020603050405020304" pitchFamily="18" charset="0"/>
                <a:cs typeface="Times New Roman" panose="02020603050405020304" pitchFamily="18" charset="0"/>
              </a:rPr>
              <a:t>202</a:t>
            </a:r>
            <a:r>
              <a:rPr lang="kk-KZ" sz="800" b="1" dirty="0">
                <a:solidFill>
                  <a:schemeClr val="tx1"/>
                </a:solidFill>
                <a:latin typeface="Times New Roman" panose="02020603050405020304" pitchFamily="18" charset="0"/>
                <a:cs typeface="Times New Roman" panose="02020603050405020304" pitchFamily="18" charset="0"/>
              </a:rPr>
              <a:t>6</a:t>
            </a:r>
            <a:r>
              <a:rPr lang="en-US"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жыл</a:t>
            </a:r>
            <a:r>
              <a:rPr lang="kk-KZ" sz="800" b="1" dirty="0" err="1">
                <a:solidFill>
                  <a:schemeClr val="tx1"/>
                </a:solidFill>
                <a:latin typeface="Times New Roman" panose="02020603050405020304" pitchFamily="18" charset="0"/>
                <a:cs typeface="Times New Roman" panose="02020603050405020304" pitchFamily="18" charset="0"/>
              </a:rPr>
              <a:t>ғы</a:t>
            </a:r>
            <a:r>
              <a:rPr lang="kk-KZ" sz="800" b="1" dirty="0">
                <a:solidFill>
                  <a:schemeClr val="tx1"/>
                </a:solidFill>
                <a:latin typeface="Times New Roman" panose="02020603050405020304" pitchFamily="18" charset="0"/>
                <a:cs typeface="Times New Roman" panose="02020603050405020304" pitchFamily="18" charset="0"/>
              </a:rPr>
              <a:t> </a:t>
            </a:r>
            <a:r>
              <a:rPr lang="en-US" sz="800" b="1" dirty="0">
                <a:solidFill>
                  <a:schemeClr val="tx1"/>
                </a:solidFill>
                <a:latin typeface="Times New Roman" panose="02020603050405020304" pitchFamily="18" charset="0"/>
                <a:cs typeface="Times New Roman" panose="02020603050405020304" pitchFamily="18" charset="0"/>
              </a:rPr>
              <a:t>21</a:t>
            </a:r>
            <a:r>
              <a:rPr lang="kk-KZ" sz="800" b="1" dirty="0">
                <a:solidFill>
                  <a:schemeClr val="tx1"/>
                </a:solidFill>
                <a:latin typeface="Times New Roman" panose="02020603050405020304" pitchFamily="18" charset="0"/>
                <a:cs typeface="Times New Roman" panose="02020603050405020304" pitchFamily="18" charset="0"/>
              </a:rPr>
              <a:t> қаңтар</a:t>
            </a:r>
            <a:endParaRPr lang="en-US" sz="800" dirty="0">
              <a:solidFill>
                <a:schemeClr val="tx1"/>
              </a:solidFill>
              <a:latin typeface="Times New Roman" panose="02020603050405020304" pitchFamily="18" charset="0"/>
              <a:cs typeface="Times New Roman" panose="02020603050405020304" pitchFamily="18" charset="0"/>
            </a:endParaRPr>
          </a:p>
          <a:p>
            <a:r>
              <a:rPr lang="en-US" sz="800" b="1" dirty="0">
                <a:solidFill>
                  <a:schemeClr val="tx1"/>
                </a:solidFill>
                <a:latin typeface="Times New Roman" panose="02020603050405020304" pitchFamily="18" charset="0"/>
                <a:cs typeface="Times New Roman" panose="02020603050405020304" pitchFamily="18" charset="0"/>
              </a:rPr>
              <a:t> </a:t>
            </a:r>
            <a:endParaRPr lang="en-US" sz="800" dirty="0">
              <a:solidFill>
                <a:schemeClr val="tx1"/>
              </a:solidFill>
              <a:latin typeface="Times New Roman" panose="02020603050405020304" pitchFamily="18" charset="0"/>
              <a:cs typeface="Times New Roman" panose="02020603050405020304" pitchFamily="18" charset="0"/>
            </a:endParaRPr>
          </a:p>
          <a:p>
            <a:pPr algn="ctr"/>
            <a:endParaRPr lang="en-US" sz="10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31FA744-4F66-3BF6-464F-8F1D62537814}"/>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1476176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B3A9-75F0-9EEA-A7AD-7303BFBB6524}"/>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3AB13C73-8FA1-2C6D-FE8C-4F0AFC7F913B}"/>
              </a:ext>
            </a:extLst>
          </p:cNvPr>
          <p:cNvSpPr/>
          <p:nvPr/>
        </p:nvSpPr>
        <p:spPr>
          <a:xfrm>
            <a:off x="5374363" y="59231"/>
            <a:ext cx="1875089" cy="70573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Health, Safety, Security &amp; Environment Director</a:t>
            </a:r>
          </a:p>
          <a:p>
            <a:pPr algn="ctr"/>
            <a:r>
              <a:rPr lang="en-US" sz="800" dirty="0">
                <a:solidFill>
                  <a:schemeClr val="tx1"/>
                </a:solidFill>
              </a:rPr>
              <a:t>SEC AT OFFC 105121</a:t>
            </a:r>
          </a:p>
          <a:p>
            <a:pPr algn="ctr"/>
            <a:r>
              <a:rPr lang="en-US" sz="800" dirty="0">
                <a:solidFill>
                  <a:srgbClr val="0070C0"/>
                </a:solidFill>
              </a:rPr>
              <a:t>Ualikhan Zhanaissov</a:t>
            </a:r>
          </a:p>
        </p:txBody>
      </p:sp>
      <p:sp>
        <p:nvSpPr>
          <p:cNvPr id="160" name="Rectangle 159">
            <a:extLst>
              <a:ext uri="{FF2B5EF4-FFF2-40B4-BE49-F238E27FC236}">
                <a16:creationId xmlns:a16="http://schemas.microsoft.com/office/drawing/2014/main" id="{12D9B0EB-95B8-FD2A-F4ED-A65617DE7A4B}"/>
              </a:ext>
            </a:extLst>
          </p:cNvPr>
          <p:cNvSpPr/>
          <p:nvPr/>
        </p:nvSpPr>
        <p:spPr>
          <a:xfrm>
            <a:off x="6034604" y="1503249"/>
            <a:ext cx="1699468" cy="57032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Health Services Manager </a:t>
            </a:r>
          </a:p>
          <a:p>
            <a:pPr algn="ctr"/>
            <a:r>
              <a:rPr lang="en-US" sz="800" dirty="0">
                <a:solidFill>
                  <a:schemeClr val="tx1"/>
                </a:solidFill>
              </a:rPr>
              <a:t>DHK AT OFFC 107422</a:t>
            </a:r>
          </a:p>
          <a:p>
            <a:pPr algn="ctr"/>
            <a:r>
              <a:rPr lang="en-US" sz="800">
                <a:solidFill>
                  <a:srgbClr val="0070C0"/>
                </a:solidFill>
              </a:rPr>
              <a:t>N. Baimenshin</a:t>
            </a:r>
            <a:endParaRPr lang="en-US" sz="800" dirty="0">
              <a:solidFill>
                <a:srgbClr val="0070C0"/>
              </a:solidFill>
            </a:endParaRPr>
          </a:p>
        </p:txBody>
      </p:sp>
      <p:sp>
        <p:nvSpPr>
          <p:cNvPr id="161" name="Rectangle 160">
            <a:extLst>
              <a:ext uri="{FF2B5EF4-FFF2-40B4-BE49-F238E27FC236}">
                <a16:creationId xmlns:a16="http://schemas.microsoft.com/office/drawing/2014/main" id="{36E37227-54EB-7AD3-9500-909B5EE90CB6}"/>
              </a:ext>
            </a:extLst>
          </p:cNvPr>
          <p:cNvSpPr/>
          <p:nvPr/>
        </p:nvSpPr>
        <p:spPr>
          <a:xfrm>
            <a:off x="4190740" y="1773491"/>
            <a:ext cx="1700842" cy="4900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Contracts Management </a:t>
            </a:r>
          </a:p>
          <a:p>
            <a:pPr algn="ctr"/>
            <a:r>
              <a:rPr lang="en-US" sz="800" dirty="0">
                <a:solidFill>
                  <a:schemeClr val="tx1"/>
                </a:solidFill>
              </a:rPr>
              <a:t>DHK AT OFFC 110455 </a:t>
            </a:r>
          </a:p>
          <a:p>
            <a:pPr algn="ctr"/>
            <a:r>
              <a:rPr lang="en-US" sz="800">
                <a:solidFill>
                  <a:srgbClr val="0070C0"/>
                </a:solidFill>
              </a:rPr>
              <a:t>A. Utepbayeva</a:t>
            </a:r>
            <a:endParaRPr lang="en-US" sz="800" dirty="0">
              <a:solidFill>
                <a:srgbClr val="0070C0"/>
              </a:solidFill>
            </a:endParaRPr>
          </a:p>
          <a:p>
            <a:pPr algn="ctr"/>
            <a:endParaRPr lang="en-US" sz="800" b="1" dirty="0">
              <a:solidFill>
                <a:schemeClr val="tx1"/>
              </a:solidFill>
            </a:endParaRPr>
          </a:p>
        </p:txBody>
      </p:sp>
      <p:sp>
        <p:nvSpPr>
          <p:cNvPr id="163" name="Rectangle 162">
            <a:extLst>
              <a:ext uri="{FF2B5EF4-FFF2-40B4-BE49-F238E27FC236}">
                <a16:creationId xmlns:a16="http://schemas.microsoft.com/office/drawing/2014/main" id="{78B41848-4E4A-A66A-4035-0A55AE6DE620}"/>
              </a:ext>
            </a:extLst>
          </p:cNvPr>
          <p:cNvSpPr/>
          <p:nvPr/>
        </p:nvSpPr>
        <p:spPr>
          <a:xfrm>
            <a:off x="2291264" y="1254723"/>
            <a:ext cx="1544900" cy="53755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Manager </a:t>
            </a:r>
          </a:p>
          <a:p>
            <a:pPr algn="ctr"/>
            <a:r>
              <a:rPr lang="en-US" sz="800" dirty="0">
                <a:solidFill>
                  <a:schemeClr val="tx1"/>
                </a:solidFill>
              </a:rPr>
              <a:t>DHK AT OFFC 100417</a:t>
            </a:r>
          </a:p>
          <a:p>
            <a:pPr algn="ctr"/>
            <a:r>
              <a:rPr lang="en-US" sz="800">
                <a:solidFill>
                  <a:srgbClr val="0070C0"/>
                </a:solidFill>
              </a:rPr>
              <a:t>B. Muratov</a:t>
            </a:r>
            <a:endParaRPr lang="en-US" sz="800" dirty="0">
              <a:solidFill>
                <a:srgbClr val="0070C0"/>
              </a:solidFill>
            </a:endParaRPr>
          </a:p>
        </p:txBody>
      </p:sp>
      <p:sp>
        <p:nvSpPr>
          <p:cNvPr id="12" name="Rectangle 11">
            <a:extLst>
              <a:ext uri="{FF2B5EF4-FFF2-40B4-BE49-F238E27FC236}">
                <a16:creationId xmlns:a16="http://schemas.microsoft.com/office/drawing/2014/main" id="{E4DF0430-BB74-E73F-204A-D8DC02EDD5FF}"/>
              </a:ext>
            </a:extLst>
          </p:cNvPr>
          <p:cNvSpPr/>
          <p:nvPr/>
        </p:nvSpPr>
        <p:spPr>
          <a:xfrm>
            <a:off x="8045028" y="1297370"/>
            <a:ext cx="1509215" cy="58831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800" dirty="0" err="1">
                <a:solidFill>
                  <a:schemeClr val="tx1"/>
                </a:solidFill>
              </a:rPr>
              <a:t>Environmental</a:t>
            </a:r>
            <a:r>
              <a:rPr lang="fr-FR" sz="800" dirty="0">
                <a:solidFill>
                  <a:schemeClr val="tx1"/>
                </a:solidFill>
              </a:rPr>
              <a:t> Protection Manager </a:t>
            </a:r>
          </a:p>
          <a:p>
            <a:pPr algn="ctr"/>
            <a:r>
              <a:rPr lang="fr-FR" sz="800" dirty="0">
                <a:solidFill>
                  <a:schemeClr val="tx1"/>
                </a:solidFill>
              </a:rPr>
              <a:t>DHK AT OFFC 105550 </a:t>
            </a:r>
          </a:p>
          <a:p>
            <a:pPr algn="ctr"/>
            <a:r>
              <a:rPr lang="fr-FR" sz="800">
                <a:solidFill>
                  <a:srgbClr val="0070C0"/>
                </a:solidFill>
              </a:rPr>
              <a:t>T. Jantayev</a:t>
            </a:r>
            <a:endParaRPr lang="fr-FR" sz="800" dirty="0">
              <a:solidFill>
                <a:srgbClr val="0070C0"/>
              </a:solidFill>
            </a:endParaRPr>
          </a:p>
          <a:p>
            <a:pPr algn="ctr"/>
            <a:endParaRPr lang="fr-FR" sz="800" dirty="0">
              <a:solidFill>
                <a:schemeClr val="tx1"/>
              </a:solidFill>
            </a:endParaRPr>
          </a:p>
          <a:p>
            <a:pPr algn="ctr"/>
            <a:endParaRPr lang="fr-FR" sz="800" dirty="0">
              <a:solidFill>
                <a:schemeClr val="tx1"/>
              </a:solidFill>
            </a:endParaRPr>
          </a:p>
          <a:p>
            <a:pPr algn="ctr"/>
            <a:endParaRPr lang="en-US" sz="800" b="1" dirty="0">
              <a:solidFill>
                <a:schemeClr val="tx1"/>
              </a:solidFill>
            </a:endParaRPr>
          </a:p>
        </p:txBody>
      </p:sp>
      <p:sp>
        <p:nvSpPr>
          <p:cNvPr id="45" name="Rectangle 44">
            <a:extLst>
              <a:ext uri="{FF2B5EF4-FFF2-40B4-BE49-F238E27FC236}">
                <a16:creationId xmlns:a16="http://schemas.microsoft.com/office/drawing/2014/main" id="{D5892FA3-F31E-7807-8376-C47BD04D4405}"/>
              </a:ext>
            </a:extLst>
          </p:cNvPr>
          <p:cNvSpPr/>
          <p:nvPr/>
        </p:nvSpPr>
        <p:spPr>
          <a:xfrm>
            <a:off x="2514888" y="3617199"/>
            <a:ext cx="1563384" cy="43438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a:t>
            </a:r>
          </a:p>
          <a:p>
            <a:pPr algn="ctr"/>
            <a:r>
              <a:rPr lang="en-US" sz="800" dirty="0">
                <a:solidFill>
                  <a:schemeClr val="tx1"/>
                </a:solidFill>
              </a:rPr>
              <a:t>DHK AT OFFC 104069 </a:t>
            </a:r>
          </a:p>
          <a:p>
            <a:pPr algn="ctr"/>
            <a:r>
              <a:rPr lang="en-US" sz="800">
                <a:solidFill>
                  <a:srgbClr val="0070C0"/>
                </a:solidFill>
              </a:rPr>
              <a:t>A. Bakirov</a:t>
            </a:r>
            <a:endParaRPr lang="en-US" sz="800" dirty="0">
              <a:solidFill>
                <a:srgbClr val="0070C0"/>
              </a:solidFill>
            </a:endParaRPr>
          </a:p>
        </p:txBody>
      </p:sp>
      <p:sp>
        <p:nvSpPr>
          <p:cNvPr id="46" name="Rectangle 45">
            <a:extLst>
              <a:ext uri="{FF2B5EF4-FFF2-40B4-BE49-F238E27FC236}">
                <a16:creationId xmlns:a16="http://schemas.microsoft.com/office/drawing/2014/main" id="{6E0B6579-8D26-F4F2-575F-D7108A0F6A66}"/>
              </a:ext>
            </a:extLst>
          </p:cNvPr>
          <p:cNvSpPr/>
          <p:nvPr/>
        </p:nvSpPr>
        <p:spPr>
          <a:xfrm>
            <a:off x="2516641" y="1894695"/>
            <a:ext cx="1563385" cy="5544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a:solidFill>
                  <a:schemeClr val="tx1"/>
                </a:solidFill>
              </a:rPr>
              <a:t>Head of Security Monitoring, Control &amp; Information </a:t>
            </a:r>
            <a:r>
              <a:rPr lang="en-US" sz="800">
                <a:solidFill>
                  <a:srgbClr val="0070C0"/>
                </a:solidFill>
              </a:rPr>
              <a:t>Mng.</a:t>
            </a:r>
          </a:p>
          <a:p>
            <a:pPr algn="ctr"/>
            <a:r>
              <a:rPr lang="en-US" sz="800">
                <a:solidFill>
                  <a:srgbClr val="0070C0"/>
                </a:solidFill>
              </a:rPr>
              <a:t>DH</a:t>
            </a:r>
            <a:r>
              <a:rPr lang="en-US" sz="800">
                <a:solidFill>
                  <a:schemeClr val="tx1"/>
                </a:solidFill>
              </a:rPr>
              <a:t>K AT OFFC 107429 </a:t>
            </a:r>
          </a:p>
          <a:p>
            <a:pPr algn="ctr"/>
            <a:r>
              <a:rPr lang="en-US" sz="800">
                <a:solidFill>
                  <a:srgbClr val="0070C0"/>
                </a:solidFill>
              </a:rPr>
              <a:t>G. Timofeyevich</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80" name="Rectangle 79">
            <a:extLst>
              <a:ext uri="{FF2B5EF4-FFF2-40B4-BE49-F238E27FC236}">
                <a16:creationId xmlns:a16="http://schemas.microsoft.com/office/drawing/2014/main" id="{A78EBD1A-0727-1F6E-8F8F-2AD2AD0CB3C4}"/>
              </a:ext>
            </a:extLst>
          </p:cNvPr>
          <p:cNvSpPr/>
          <p:nvPr/>
        </p:nvSpPr>
        <p:spPr>
          <a:xfrm>
            <a:off x="6303351" y="2817481"/>
            <a:ext cx="1514159" cy="44340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Medical Services </a:t>
            </a:r>
          </a:p>
          <a:p>
            <a:pPr algn="ctr"/>
            <a:r>
              <a:rPr lang="en-US" sz="800" dirty="0">
                <a:solidFill>
                  <a:schemeClr val="tx1"/>
                </a:solidFill>
              </a:rPr>
              <a:t>DHK AT OFFC 100856 </a:t>
            </a:r>
          </a:p>
          <a:p>
            <a:pPr algn="ctr"/>
            <a:r>
              <a:rPr lang="en-US" sz="800">
                <a:solidFill>
                  <a:srgbClr val="0070C0"/>
                </a:solidFill>
              </a:rPr>
              <a:t>A. Akizhanov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81" name="Rectangle 80">
            <a:extLst>
              <a:ext uri="{FF2B5EF4-FFF2-40B4-BE49-F238E27FC236}">
                <a16:creationId xmlns:a16="http://schemas.microsoft.com/office/drawing/2014/main" id="{EF5E801B-6BD8-2875-B915-0BC3C570B87B}"/>
              </a:ext>
            </a:extLst>
          </p:cNvPr>
          <p:cNvSpPr/>
          <p:nvPr/>
        </p:nvSpPr>
        <p:spPr>
          <a:xfrm>
            <a:off x="6302016" y="2181134"/>
            <a:ext cx="1515494" cy="4900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Industrial Hygiene </a:t>
            </a:r>
          </a:p>
          <a:p>
            <a:pPr algn="ctr"/>
            <a:r>
              <a:rPr lang="en-US" sz="800" dirty="0">
                <a:solidFill>
                  <a:schemeClr val="tx1"/>
                </a:solidFill>
              </a:rPr>
              <a:t>DHK AT OFFC 107467 </a:t>
            </a:r>
          </a:p>
          <a:p>
            <a:pPr algn="ctr"/>
            <a:r>
              <a:rPr lang="en-US" sz="800">
                <a:solidFill>
                  <a:srgbClr val="0070C0"/>
                </a:solidFill>
              </a:rPr>
              <a:t>M. Mambetov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114" name="Rectangle 113">
            <a:extLst>
              <a:ext uri="{FF2B5EF4-FFF2-40B4-BE49-F238E27FC236}">
                <a16:creationId xmlns:a16="http://schemas.microsoft.com/office/drawing/2014/main" id="{02466160-6FD6-C606-3C21-CD3B58DDD70F}"/>
              </a:ext>
            </a:extLst>
          </p:cNvPr>
          <p:cNvSpPr/>
          <p:nvPr/>
        </p:nvSpPr>
        <p:spPr>
          <a:xfrm>
            <a:off x="8287477" y="2699351"/>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Team Lead </a:t>
            </a:r>
          </a:p>
          <a:p>
            <a:pPr algn="ctr"/>
            <a:r>
              <a:rPr lang="fr-FR" sz="800" dirty="0">
                <a:solidFill>
                  <a:schemeClr val="tx1"/>
                </a:solidFill>
              </a:rPr>
              <a:t>DHK AT OFFC </a:t>
            </a:r>
            <a:r>
              <a:rPr lang="en-US" sz="800" dirty="0">
                <a:solidFill>
                  <a:schemeClr val="tx1"/>
                </a:solidFill>
              </a:rPr>
              <a:t>102691 </a:t>
            </a:r>
          </a:p>
          <a:p>
            <a:pPr algn="ctr"/>
            <a:r>
              <a:rPr lang="en-US" sz="800">
                <a:solidFill>
                  <a:srgbClr val="0070C0"/>
                </a:solidFill>
              </a:rPr>
              <a:t>V. Kekhayeva</a:t>
            </a:r>
            <a:endParaRPr lang="en-US" sz="800" dirty="0">
              <a:solidFill>
                <a:srgbClr val="0070C0"/>
              </a:solidFill>
            </a:endParaRPr>
          </a:p>
          <a:p>
            <a:pPr algn="ctr"/>
            <a:endParaRPr lang="en-US" sz="800" b="1" dirty="0">
              <a:solidFill>
                <a:schemeClr val="tx1"/>
              </a:solidFill>
            </a:endParaRPr>
          </a:p>
        </p:txBody>
      </p:sp>
      <p:sp>
        <p:nvSpPr>
          <p:cNvPr id="149" name="Rectangle 148">
            <a:extLst>
              <a:ext uri="{FF2B5EF4-FFF2-40B4-BE49-F238E27FC236}">
                <a16:creationId xmlns:a16="http://schemas.microsoft.com/office/drawing/2014/main" id="{84B5165C-DF18-2205-8257-A4A641877A59}"/>
              </a:ext>
            </a:extLst>
          </p:cNvPr>
          <p:cNvSpPr/>
          <p:nvPr/>
        </p:nvSpPr>
        <p:spPr>
          <a:xfrm>
            <a:off x="2498665" y="5865396"/>
            <a:ext cx="1544899" cy="53719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(Onshore) </a:t>
            </a:r>
          </a:p>
          <a:p>
            <a:pPr algn="ctr"/>
            <a:r>
              <a:rPr lang="en-US" sz="800" dirty="0">
                <a:solidFill>
                  <a:schemeClr val="tx1"/>
                </a:solidFill>
              </a:rPr>
              <a:t>DHK EW ROT 109705/104105</a:t>
            </a:r>
          </a:p>
          <a:p>
            <a:pPr algn="ctr"/>
            <a:r>
              <a:rPr lang="en-US" sz="800">
                <a:solidFill>
                  <a:srgbClr val="0070C0"/>
                </a:solidFill>
              </a:rPr>
              <a:t>S. Ubigaliyev </a:t>
            </a:r>
            <a:r>
              <a:rPr lang="en-US" sz="800" dirty="0">
                <a:solidFill>
                  <a:srgbClr val="0070C0"/>
                </a:solidFill>
              </a:rPr>
              <a:t>/ </a:t>
            </a:r>
            <a:r>
              <a:rPr lang="en-US" sz="800">
                <a:solidFill>
                  <a:srgbClr val="0070C0"/>
                </a:solidFill>
              </a:rPr>
              <a:t>Y. Turyzhnikov</a:t>
            </a:r>
            <a:endParaRPr lang="en-US" sz="800" dirty="0">
              <a:solidFill>
                <a:srgbClr val="0070C0"/>
              </a:solidFill>
            </a:endParaRPr>
          </a:p>
        </p:txBody>
      </p:sp>
      <p:sp>
        <p:nvSpPr>
          <p:cNvPr id="150" name="Rectangle 149">
            <a:extLst>
              <a:ext uri="{FF2B5EF4-FFF2-40B4-BE49-F238E27FC236}">
                <a16:creationId xmlns:a16="http://schemas.microsoft.com/office/drawing/2014/main" id="{9DDE2272-6073-FF5D-AEE2-C12ABADE856E}"/>
              </a:ext>
            </a:extLst>
          </p:cNvPr>
          <p:cNvSpPr/>
          <p:nvPr/>
        </p:nvSpPr>
        <p:spPr>
          <a:xfrm>
            <a:off x="2498665" y="6431960"/>
            <a:ext cx="1544899" cy="43438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Technology Systems Team Lead DHK AT OFFC 179140 </a:t>
            </a:r>
          </a:p>
          <a:p>
            <a:pPr algn="ctr"/>
            <a:r>
              <a:rPr lang="en-US" sz="800">
                <a:solidFill>
                  <a:srgbClr val="0070C0"/>
                </a:solidFill>
              </a:rPr>
              <a:t>G. Rakhimgaliyev</a:t>
            </a:r>
            <a:endParaRPr lang="en-US" sz="800" dirty="0">
              <a:solidFill>
                <a:srgbClr val="0070C0"/>
              </a:solidFill>
            </a:endParaRPr>
          </a:p>
        </p:txBody>
      </p:sp>
      <p:sp>
        <p:nvSpPr>
          <p:cNvPr id="210" name="Rectangle 209">
            <a:extLst>
              <a:ext uri="{FF2B5EF4-FFF2-40B4-BE49-F238E27FC236}">
                <a16:creationId xmlns:a16="http://schemas.microsoft.com/office/drawing/2014/main" id="{4B44C728-0BBE-724C-7B0D-AECCFE449348}"/>
              </a:ext>
            </a:extLst>
          </p:cNvPr>
          <p:cNvSpPr/>
          <p:nvPr/>
        </p:nvSpPr>
        <p:spPr>
          <a:xfrm>
            <a:off x="6441370" y="3435672"/>
            <a:ext cx="1522850" cy="56028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 DHK EW ROT 109701/110116</a:t>
            </a:r>
          </a:p>
          <a:p>
            <a:pPr algn="ctr"/>
            <a:r>
              <a:rPr lang="en-US" sz="800">
                <a:solidFill>
                  <a:srgbClr val="0070C0"/>
                </a:solidFill>
              </a:rPr>
              <a:t>A. Bissenbayeva </a:t>
            </a:r>
            <a:r>
              <a:rPr lang="en-US" sz="800" dirty="0">
                <a:solidFill>
                  <a:srgbClr val="0070C0"/>
                </a:solidFill>
              </a:rPr>
              <a:t>/ </a:t>
            </a:r>
            <a:r>
              <a:rPr lang="en-US" sz="800">
                <a:solidFill>
                  <a:srgbClr val="0070C0"/>
                </a:solidFill>
              </a:rPr>
              <a:t>M. Yessimzhanov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230" name="Rectangle 229">
            <a:extLst>
              <a:ext uri="{FF2B5EF4-FFF2-40B4-BE49-F238E27FC236}">
                <a16:creationId xmlns:a16="http://schemas.microsoft.com/office/drawing/2014/main" id="{27443B2A-E5DE-8882-9B9A-AE71BCC54FBF}"/>
              </a:ext>
            </a:extLst>
          </p:cNvPr>
          <p:cNvSpPr/>
          <p:nvPr/>
        </p:nvSpPr>
        <p:spPr>
          <a:xfrm>
            <a:off x="345370" y="1504613"/>
            <a:ext cx="1775999" cy="54087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Center of Excellence Manager and Deputy HSSE Director</a:t>
            </a:r>
          </a:p>
          <a:p>
            <a:pPr algn="ctr"/>
            <a:r>
              <a:rPr lang="en-US" sz="800" dirty="0">
                <a:solidFill>
                  <a:schemeClr val="tx1"/>
                </a:solidFill>
              </a:rPr>
              <a:t>SEC AT OFFC 177763 (ex-177763)</a:t>
            </a:r>
          </a:p>
          <a:p>
            <a:pPr algn="ctr"/>
            <a:r>
              <a:rPr lang="en-US" sz="800" dirty="0">
                <a:solidFill>
                  <a:srgbClr val="0070C0"/>
                </a:solidFill>
              </a:rPr>
              <a:t>Vacancy (</a:t>
            </a:r>
            <a:r>
              <a:rPr lang="en-US" sz="800" dirty="0" err="1">
                <a:solidFill>
                  <a:srgbClr val="0070C0"/>
                </a:solidFill>
              </a:rPr>
              <a:t>A.Wharton</a:t>
            </a:r>
            <a:r>
              <a:rPr lang="en-US" sz="800" dirty="0">
                <a:solidFill>
                  <a:srgbClr val="0070C0"/>
                </a:solidFill>
              </a:rPr>
              <a:t>)</a:t>
            </a:r>
          </a:p>
        </p:txBody>
      </p:sp>
      <p:sp>
        <p:nvSpPr>
          <p:cNvPr id="233" name="Rectangle 232">
            <a:extLst>
              <a:ext uri="{FF2B5EF4-FFF2-40B4-BE49-F238E27FC236}">
                <a16:creationId xmlns:a16="http://schemas.microsoft.com/office/drawing/2014/main" id="{DEFD06DD-C750-1F73-E82D-71FE8F456D97}"/>
              </a:ext>
            </a:extLst>
          </p:cNvPr>
          <p:cNvSpPr/>
          <p:nvPr/>
        </p:nvSpPr>
        <p:spPr>
          <a:xfrm>
            <a:off x="610027" y="2178670"/>
            <a:ext cx="1511342" cy="52327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Crisis &amp; Emergency Preparedness </a:t>
            </a:r>
          </a:p>
          <a:p>
            <a:pPr algn="ctr"/>
            <a:r>
              <a:rPr lang="en-US" sz="800" dirty="0">
                <a:solidFill>
                  <a:schemeClr val="tx1"/>
                </a:solidFill>
              </a:rPr>
              <a:t>DHK AT OFFC 178246</a:t>
            </a:r>
          </a:p>
          <a:p>
            <a:pPr algn="ctr"/>
            <a:r>
              <a:rPr lang="en-US" sz="800" dirty="0">
                <a:solidFill>
                  <a:schemeClr val="tx1"/>
                </a:solidFill>
              </a:rPr>
              <a:t> </a:t>
            </a:r>
            <a:r>
              <a:rPr lang="en-US" sz="800">
                <a:solidFill>
                  <a:srgbClr val="0070C0"/>
                </a:solidFill>
              </a:rPr>
              <a:t>K. Kulbassov</a:t>
            </a:r>
            <a:endParaRPr lang="en-US" sz="800" dirty="0">
              <a:solidFill>
                <a:srgbClr val="0070C0"/>
              </a:solidFill>
            </a:endParaRPr>
          </a:p>
          <a:p>
            <a:pPr algn="ctr"/>
            <a:endParaRPr lang="en-US" sz="800" b="1" dirty="0">
              <a:solidFill>
                <a:schemeClr val="tx1"/>
              </a:solidFill>
            </a:endParaRPr>
          </a:p>
        </p:txBody>
      </p:sp>
      <p:sp>
        <p:nvSpPr>
          <p:cNvPr id="234" name="Rectangle 233">
            <a:extLst>
              <a:ext uri="{FF2B5EF4-FFF2-40B4-BE49-F238E27FC236}">
                <a16:creationId xmlns:a16="http://schemas.microsoft.com/office/drawing/2014/main" id="{47C80101-67E3-A71A-433B-CC856420570E}"/>
              </a:ext>
            </a:extLst>
          </p:cNvPr>
          <p:cNvSpPr/>
          <p:nvPr/>
        </p:nvSpPr>
        <p:spPr>
          <a:xfrm>
            <a:off x="604158" y="2774861"/>
            <a:ext cx="1511342" cy="55792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HSSE Planning, Performance &amp; Assurance </a:t>
            </a:r>
          </a:p>
          <a:p>
            <a:pPr algn="ctr"/>
            <a:r>
              <a:rPr lang="en-US" sz="800" dirty="0">
                <a:solidFill>
                  <a:schemeClr val="tx1"/>
                </a:solidFill>
              </a:rPr>
              <a:t>DHK AT OFFC 178263 </a:t>
            </a:r>
          </a:p>
          <a:p>
            <a:pPr algn="ctr"/>
            <a:r>
              <a:rPr lang="en-US" sz="800">
                <a:solidFill>
                  <a:srgbClr val="0070C0"/>
                </a:solidFill>
              </a:rPr>
              <a:t>T. Akhmetov</a:t>
            </a:r>
            <a:endParaRPr lang="en-US" sz="800" dirty="0">
              <a:solidFill>
                <a:srgbClr val="0070C0"/>
              </a:solidFill>
            </a:endParaRPr>
          </a:p>
          <a:p>
            <a:pPr algn="ctr"/>
            <a:endParaRPr lang="en-US" sz="800" b="1" dirty="0">
              <a:solidFill>
                <a:schemeClr val="tx1"/>
              </a:solidFill>
            </a:endParaRPr>
          </a:p>
        </p:txBody>
      </p:sp>
      <p:sp>
        <p:nvSpPr>
          <p:cNvPr id="235" name="Rectangle 234">
            <a:extLst>
              <a:ext uri="{FF2B5EF4-FFF2-40B4-BE49-F238E27FC236}">
                <a16:creationId xmlns:a16="http://schemas.microsoft.com/office/drawing/2014/main" id="{F74F97A1-C105-B15B-3CEC-1CE4D03038CA}"/>
              </a:ext>
            </a:extLst>
          </p:cNvPr>
          <p:cNvSpPr/>
          <p:nvPr/>
        </p:nvSpPr>
        <p:spPr>
          <a:xfrm>
            <a:off x="604158" y="3404817"/>
            <a:ext cx="1511342" cy="55793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Operations &amp; Technical Safety </a:t>
            </a:r>
          </a:p>
          <a:p>
            <a:pPr algn="ctr"/>
            <a:r>
              <a:rPr lang="en-US" sz="800" dirty="0">
                <a:solidFill>
                  <a:schemeClr val="tx1"/>
                </a:solidFill>
              </a:rPr>
              <a:t>SEC AT OFFC 177765</a:t>
            </a:r>
          </a:p>
          <a:p>
            <a:pPr algn="ctr"/>
            <a:r>
              <a:rPr lang="en-US" sz="800" dirty="0">
                <a:solidFill>
                  <a:schemeClr val="tx1"/>
                </a:solidFill>
              </a:rPr>
              <a:t> </a:t>
            </a:r>
            <a:r>
              <a:rPr lang="en-US" sz="800" dirty="0">
                <a:solidFill>
                  <a:srgbClr val="0070C0"/>
                </a:solidFill>
              </a:rPr>
              <a:t>L.A</a:t>
            </a:r>
            <a:r>
              <a:rPr lang="en-US" sz="800" dirty="0">
                <a:solidFill>
                  <a:schemeClr val="tx1"/>
                </a:solidFill>
              </a:rPr>
              <a:t>.</a:t>
            </a:r>
            <a:r>
              <a:rPr lang="en-US" sz="800">
                <a:solidFill>
                  <a:srgbClr val="0070C0"/>
                </a:solidFill>
              </a:rPr>
              <a:t>W. Van </a:t>
            </a:r>
            <a:r>
              <a:rPr lang="en-US" sz="800" dirty="0">
                <a:solidFill>
                  <a:srgbClr val="0070C0"/>
                </a:solidFill>
              </a:rPr>
              <a:t>Ham</a:t>
            </a:r>
          </a:p>
          <a:p>
            <a:pPr algn="ctr"/>
            <a:endParaRPr lang="en-US" sz="800" b="1" dirty="0">
              <a:solidFill>
                <a:schemeClr val="tx1"/>
              </a:solidFill>
            </a:endParaRPr>
          </a:p>
        </p:txBody>
      </p:sp>
      <p:cxnSp>
        <p:nvCxnSpPr>
          <p:cNvPr id="9" name="Connector: Elbow 8">
            <a:extLst>
              <a:ext uri="{FF2B5EF4-FFF2-40B4-BE49-F238E27FC236}">
                <a16:creationId xmlns:a16="http://schemas.microsoft.com/office/drawing/2014/main" id="{A35AC87A-0015-42DD-2F47-5BAA9A674993}"/>
              </a:ext>
            </a:extLst>
          </p:cNvPr>
          <p:cNvCxnSpPr>
            <a:cxnSpLocks/>
            <a:stCxn id="26" idx="2"/>
            <a:endCxn id="230" idx="0"/>
          </p:cNvCxnSpPr>
          <p:nvPr/>
        </p:nvCxnSpPr>
        <p:spPr>
          <a:xfrm rot="5400000">
            <a:off x="3402813" y="-1404482"/>
            <a:ext cx="739652" cy="5078538"/>
          </a:xfrm>
          <a:prstGeom prst="bentConnector3">
            <a:avLst>
              <a:gd name="adj1" fmla="val 57211"/>
            </a:avLst>
          </a:prstGeom>
        </p:spPr>
        <p:style>
          <a:lnRef idx="2">
            <a:schemeClr val="accent1"/>
          </a:lnRef>
          <a:fillRef idx="0">
            <a:schemeClr val="accent1"/>
          </a:fillRef>
          <a:effectRef idx="1">
            <a:schemeClr val="accent1"/>
          </a:effectRef>
          <a:fontRef idx="minor">
            <a:schemeClr val="tx1"/>
          </a:fontRef>
        </p:style>
      </p:cxnSp>
      <p:cxnSp>
        <p:nvCxnSpPr>
          <p:cNvPr id="29" name="Connector: Elbow 28">
            <a:extLst>
              <a:ext uri="{FF2B5EF4-FFF2-40B4-BE49-F238E27FC236}">
                <a16:creationId xmlns:a16="http://schemas.microsoft.com/office/drawing/2014/main" id="{ACC1C53D-0847-632E-BBF4-50AC04B5A4E6}"/>
              </a:ext>
            </a:extLst>
          </p:cNvPr>
          <p:cNvCxnSpPr>
            <a:cxnSpLocks/>
          </p:cNvCxnSpPr>
          <p:nvPr/>
        </p:nvCxnSpPr>
        <p:spPr>
          <a:xfrm rot="10800000">
            <a:off x="488638" y="2197890"/>
            <a:ext cx="115521" cy="149485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CA77BAF6-2DA4-2262-F453-157EBF9A1B39}"/>
              </a:ext>
            </a:extLst>
          </p:cNvPr>
          <p:cNvCxnSpPr>
            <a:cxnSpLocks/>
          </p:cNvCxnSpPr>
          <p:nvPr/>
        </p:nvCxnSpPr>
        <p:spPr>
          <a:xfrm rot="10800000">
            <a:off x="493558" y="2136330"/>
            <a:ext cx="110601" cy="92646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D7684B77-D27A-6FA6-ACE4-80588F58E329}"/>
              </a:ext>
            </a:extLst>
          </p:cNvPr>
          <p:cNvCxnSpPr>
            <a:cxnSpLocks/>
          </p:cNvCxnSpPr>
          <p:nvPr/>
        </p:nvCxnSpPr>
        <p:spPr>
          <a:xfrm rot="10800000">
            <a:off x="494505" y="2055903"/>
            <a:ext cx="115523" cy="39337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8A81C9E5-7425-4919-574F-75BAE60872BC}"/>
              </a:ext>
            </a:extLst>
          </p:cNvPr>
          <p:cNvCxnSpPr>
            <a:cxnSpLocks/>
            <a:stCxn id="149" idx="1"/>
          </p:cNvCxnSpPr>
          <p:nvPr/>
        </p:nvCxnSpPr>
        <p:spPr>
          <a:xfrm rot="10800000">
            <a:off x="2416295" y="3834393"/>
            <a:ext cx="82371" cy="229960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A3B9A884-BE0F-48CE-62A9-8579A0D4B695}"/>
              </a:ext>
            </a:extLst>
          </p:cNvPr>
          <p:cNvCxnSpPr>
            <a:cxnSpLocks/>
          </p:cNvCxnSpPr>
          <p:nvPr/>
        </p:nvCxnSpPr>
        <p:spPr>
          <a:xfrm rot="10800000">
            <a:off x="2564530" y="4064076"/>
            <a:ext cx="63410" cy="37041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13995925-7027-523F-11DF-165EFE1C3881}"/>
              </a:ext>
            </a:extLst>
          </p:cNvPr>
          <p:cNvCxnSpPr>
            <a:cxnSpLocks/>
            <a:stCxn id="45" idx="1"/>
          </p:cNvCxnSpPr>
          <p:nvPr/>
        </p:nvCxnSpPr>
        <p:spPr>
          <a:xfrm rot="10800000">
            <a:off x="2404276" y="1792282"/>
            <a:ext cx="110613" cy="2042111"/>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0BAF3B5E-6E01-01FB-CF63-6795DAE44552}"/>
              </a:ext>
            </a:extLst>
          </p:cNvPr>
          <p:cNvCxnSpPr>
            <a:cxnSpLocks/>
          </p:cNvCxnSpPr>
          <p:nvPr/>
        </p:nvCxnSpPr>
        <p:spPr>
          <a:xfrm rot="10800000">
            <a:off x="2413591" y="2045489"/>
            <a:ext cx="110371" cy="70355"/>
          </a:xfrm>
          <a:prstGeom prst="bentConnector3">
            <a:avLst>
              <a:gd name="adj1" fmla="val 106857"/>
            </a:avLst>
          </a:prstGeom>
        </p:spPr>
        <p:style>
          <a:lnRef idx="2">
            <a:schemeClr val="accent1"/>
          </a:lnRef>
          <a:fillRef idx="0">
            <a:schemeClr val="accent1"/>
          </a:fillRef>
          <a:effectRef idx="1">
            <a:schemeClr val="accent1"/>
          </a:effectRef>
          <a:fontRef idx="minor">
            <a:schemeClr val="tx1"/>
          </a:fontRef>
        </p:style>
      </p:cxnSp>
      <p:cxnSp>
        <p:nvCxnSpPr>
          <p:cNvPr id="106" name="Connector: Elbow 105">
            <a:extLst>
              <a:ext uri="{FF2B5EF4-FFF2-40B4-BE49-F238E27FC236}">
                <a16:creationId xmlns:a16="http://schemas.microsoft.com/office/drawing/2014/main" id="{2ED62708-AFFB-776C-816D-A9613B765617}"/>
              </a:ext>
            </a:extLst>
          </p:cNvPr>
          <p:cNvCxnSpPr>
            <a:cxnSpLocks/>
            <a:stCxn id="210" idx="1"/>
          </p:cNvCxnSpPr>
          <p:nvPr/>
        </p:nvCxnSpPr>
        <p:spPr>
          <a:xfrm rot="10800000">
            <a:off x="6361096" y="3261384"/>
            <a:ext cx="80274" cy="454431"/>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8" name="Connector: Elbow 107">
            <a:extLst>
              <a:ext uri="{FF2B5EF4-FFF2-40B4-BE49-F238E27FC236}">
                <a16:creationId xmlns:a16="http://schemas.microsoft.com/office/drawing/2014/main" id="{3A03BC52-11E2-AD96-0624-0C95A8F8562D}"/>
              </a:ext>
            </a:extLst>
          </p:cNvPr>
          <p:cNvCxnSpPr>
            <a:cxnSpLocks/>
          </p:cNvCxnSpPr>
          <p:nvPr/>
        </p:nvCxnSpPr>
        <p:spPr>
          <a:xfrm rot="10800000">
            <a:off x="6165346" y="2425287"/>
            <a:ext cx="137269" cy="59158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10" name="Connector: Elbow 109">
            <a:extLst>
              <a:ext uri="{FF2B5EF4-FFF2-40B4-BE49-F238E27FC236}">
                <a16:creationId xmlns:a16="http://schemas.microsoft.com/office/drawing/2014/main" id="{58123C42-908D-BB62-D7F8-79FD18F1224A}"/>
              </a:ext>
            </a:extLst>
          </p:cNvPr>
          <p:cNvCxnSpPr>
            <a:cxnSpLocks/>
            <a:stCxn id="81" idx="1"/>
          </p:cNvCxnSpPr>
          <p:nvPr/>
        </p:nvCxnSpPr>
        <p:spPr>
          <a:xfrm rot="10800000">
            <a:off x="6166084" y="2073580"/>
            <a:ext cx="135932" cy="35257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9" name="Connector: Elbow 128">
            <a:extLst>
              <a:ext uri="{FF2B5EF4-FFF2-40B4-BE49-F238E27FC236}">
                <a16:creationId xmlns:a16="http://schemas.microsoft.com/office/drawing/2014/main" id="{8CE57657-1C65-CC3F-F629-ABFF5E65DA51}"/>
              </a:ext>
            </a:extLst>
          </p:cNvPr>
          <p:cNvCxnSpPr>
            <a:cxnSpLocks/>
          </p:cNvCxnSpPr>
          <p:nvPr/>
        </p:nvCxnSpPr>
        <p:spPr>
          <a:xfrm rot="10800000">
            <a:off x="8219886" y="2584766"/>
            <a:ext cx="64996" cy="34312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80" name="Connector: Elbow 179">
            <a:extLst>
              <a:ext uri="{FF2B5EF4-FFF2-40B4-BE49-F238E27FC236}">
                <a16:creationId xmlns:a16="http://schemas.microsoft.com/office/drawing/2014/main" id="{B7E6BE46-8424-D649-67C9-2A19CBDD6FDA}"/>
              </a:ext>
            </a:extLst>
          </p:cNvPr>
          <p:cNvCxnSpPr>
            <a:cxnSpLocks/>
            <a:stCxn id="163" idx="0"/>
            <a:endCxn id="26" idx="2"/>
          </p:cNvCxnSpPr>
          <p:nvPr/>
        </p:nvCxnSpPr>
        <p:spPr>
          <a:xfrm rot="5400000" flipH="1" flipV="1">
            <a:off x="4442930" y="-614255"/>
            <a:ext cx="489762" cy="3248194"/>
          </a:xfrm>
          <a:prstGeom prst="bentConnector3">
            <a:avLst>
              <a:gd name="adj1" fmla="val 12659"/>
            </a:avLst>
          </a:prstGeom>
          <a:ln>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83" name="Connector: Elbow 182">
            <a:extLst>
              <a:ext uri="{FF2B5EF4-FFF2-40B4-BE49-F238E27FC236}">
                <a16:creationId xmlns:a16="http://schemas.microsoft.com/office/drawing/2014/main" id="{709CDE94-D568-5B26-89A2-36B7B9FA3920}"/>
              </a:ext>
            </a:extLst>
          </p:cNvPr>
          <p:cNvCxnSpPr>
            <a:cxnSpLocks/>
            <a:stCxn id="161" idx="0"/>
            <a:endCxn id="26" idx="2"/>
          </p:cNvCxnSpPr>
          <p:nvPr/>
        </p:nvCxnSpPr>
        <p:spPr>
          <a:xfrm rot="5400000" flipH="1" flipV="1">
            <a:off x="5172269" y="633853"/>
            <a:ext cx="1008530" cy="1270747"/>
          </a:xfrm>
          <a:prstGeom prst="bentConnector3">
            <a:avLst>
              <a:gd name="adj1" fmla="val 58000"/>
            </a:avLst>
          </a:prstGeom>
        </p:spPr>
        <p:style>
          <a:lnRef idx="2">
            <a:schemeClr val="accent1"/>
          </a:lnRef>
          <a:fillRef idx="0">
            <a:schemeClr val="accent1"/>
          </a:fillRef>
          <a:effectRef idx="1">
            <a:schemeClr val="accent1"/>
          </a:effectRef>
          <a:fontRef idx="minor">
            <a:schemeClr val="tx1"/>
          </a:fontRef>
        </p:style>
      </p:cxnSp>
      <p:cxnSp>
        <p:nvCxnSpPr>
          <p:cNvPr id="186" name="Connector: Elbow 185">
            <a:extLst>
              <a:ext uri="{FF2B5EF4-FFF2-40B4-BE49-F238E27FC236}">
                <a16:creationId xmlns:a16="http://schemas.microsoft.com/office/drawing/2014/main" id="{03DA6141-872E-D5CB-36D9-F2FA8D86FFC8}"/>
              </a:ext>
            </a:extLst>
          </p:cNvPr>
          <p:cNvCxnSpPr>
            <a:cxnSpLocks/>
          </p:cNvCxnSpPr>
          <p:nvPr/>
        </p:nvCxnSpPr>
        <p:spPr>
          <a:xfrm rot="16200000" flipV="1">
            <a:off x="6228979" y="901680"/>
            <a:ext cx="738288" cy="57243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89" name="Connector: Elbow 188">
            <a:extLst>
              <a:ext uri="{FF2B5EF4-FFF2-40B4-BE49-F238E27FC236}">
                <a16:creationId xmlns:a16="http://schemas.microsoft.com/office/drawing/2014/main" id="{3ECF05C0-8339-B156-59A1-5941AF72C6CE}"/>
              </a:ext>
            </a:extLst>
          </p:cNvPr>
          <p:cNvCxnSpPr>
            <a:cxnSpLocks/>
          </p:cNvCxnSpPr>
          <p:nvPr/>
        </p:nvCxnSpPr>
        <p:spPr>
          <a:xfrm rot="16200000" flipV="1">
            <a:off x="7498888" y="5586"/>
            <a:ext cx="119041" cy="24824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A7F5B620-5C13-3D85-7A00-979BF5801247}"/>
              </a:ext>
            </a:extLst>
          </p:cNvPr>
          <p:cNvSpPr/>
          <p:nvPr/>
        </p:nvSpPr>
        <p:spPr>
          <a:xfrm>
            <a:off x="2669142" y="2479225"/>
            <a:ext cx="1511342" cy="53518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 DHK/COK EW ROT 105625/178241</a:t>
            </a:r>
          </a:p>
          <a:p>
            <a:pPr algn="ctr"/>
            <a:r>
              <a:rPr lang="en-US" sz="800">
                <a:solidFill>
                  <a:srgbClr val="0070C0"/>
                </a:solidFill>
              </a:rPr>
              <a:t>M. Jiyenbaye</a:t>
            </a:r>
            <a:r>
              <a:rPr lang="en-US" sz="800">
                <a:solidFill>
                  <a:srgbClr val="2ABDF2"/>
                </a:solidFill>
              </a:rPr>
              <a:t>v </a:t>
            </a:r>
            <a:r>
              <a:rPr lang="en-US" sz="800" dirty="0">
                <a:solidFill>
                  <a:srgbClr val="2ABDF2"/>
                </a:solidFill>
              </a:rPr>
              <a:t>/ </a:t>
            </a:r>
            <a:r>
              <a:rPr lang="en-US" sz="800">
                <a:solidFill>
                  <a:srgbClr val="0070C0"/>
                </a:solidFill>
              </a:rPr>
              <a:t>S. Mirmanov</a:t>
            </a:r>
            <a:endParaRPr lang="en-US" sz="800" dirty="0">
              <a:solidFill>
                <a:srgbClr val="0070C0"/>
              </a:solidFill>
            </a:endParaRPr>
          </a:p>
          <a:p>
            <a:pPr algn="ctr"/>
            <a:endParaRPr lang="en-US" sz="800" dirty="0">
              <a:solidFill>
                <a:srgbClr val="00B0F0"/>
              </a:solidFill>
            </a:endParaRPr>
          </a:p>
        </p:txBody>
      </p:sp>
      <p:sp>
        <p:nvSpPr>
          <p:cNvPr id="20" name="Rectangle 19">
            <a:extLst>
              <a:ext uri="{FF2B5EF4-FFF2-40B4-BE49-F238E27FC236}">
                <a16:creationId xmlns:a16="http://schemas.microsoft.com/office/drawing/2014/main" id="{9053A11D-DFE3-C852-5FD8-BF5D946DAEF7}"/>
              </a:ext>
            </a:extLst>
          </p:cNvPr>
          <p:cNvSpPr/>
          <p:nvPr/>
        </p:nvSpPr>
        <p:spPr>
          <a:xfrm>
            <a:off x="2665091" y="3030518"/>
            <a:ext cx="1511342" cy="66223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 COK/DHK AT SHIFT 109696/178242</a:t>
            </a:r>
          </a:p>
          <a:p>
            <a:pPr algn="ctr"/>
            <a:r>
              <a:rPr lang="en-US" sz="800">
                <a:solidFill>
                  <a:srgbClr val="0070C0"/>
                </a:solidFill>
              </a:rPr>
              <a:t>A. Zhanbirova </a:t>
            </a:r>
            <a:r>
              <a:rPr lang="en-US" sz="800" dirty="0">
                <a:solidFill>
                  <a:srgbClr val="0070C0"/>
                </a:solidFill>
              </a:rPr>
              <a:t>/ </a:t>
            </a:r>
            <a:r>
              <a:rPr lang="en-US" sz="800" err="1">
                <a:solidFill>
                  <a:srgbClr val="0070C0"/>
                </a:solidFill>
              </a:rPr>
              <a:t>Zh</a:t>
            </a:r>
            <a:r>
              <a:rPr lang="en-US" sz="800">
                <a:solidFill>
                  <a:srgbClr val="0070C0"/>
                </a:solidFill>
              </a:rPr>
              <a:t>. Urazbayeva</a:t>
            </a:r>
            <a:endParaRPr lang="en-US" sz="800" dirty="0">
              <a:solidFill>
                <a:srgbClr val="0070C0"/>
              </a:solidFill>
            </a:endParaRPr>
          </a:p>
          <a:p>
            <a:pPr algn="ctr"/>
            <a:endParaRPr lang="en-US" sz="800" b="1" dirty="0">
              <a:solidFill>
                <a:schemeClr val="tx1"/>
              </a:solidFill>
            </a:endParaRPr>
          </a:p>
        </p:txBody>
      </p:sp>
      <p:cxnSp>
        <p:nvCxnSpPr>
          <p:cNvPr id="22" name="Connector: Elbow 21">
            <a:extLst>
              <a:ext uri="{FF2B5EF4-FFF2-40B4-BE49-F238E27FC236}">
                <a16:creationId xmlns:a16="http://schemas.microsoft.com/office/drawing/2014/main" id="{AA67497E-C710-DA6D-CACB-E4962CE4DBC9}"/>
              </a:ext>
            </a:extLst>
          </p:cNvPr>
          <p:cNvCxnSpPr>
            <a:cxnSpLocks/>
            <a:stCxn id="19" idx="1"/>
          </p:cNvCxnSpPr>
          <p:nvPr/>
        </p:nvCxnSpPr>
        <p:spPr>
          <a:xfrm rot="10800000">
            <a:off x="2593362" y="2422717"/>
            <a:ext cx="75780" cy="3240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E3B2A9FE-0869-5FBE-7B62-E113D30EF070}"/>
              </a:ext>
            </a:extLst>
          </p:cNvPr>
          <p:cNvCxnSpPr>
            <a:cxnSpLocks/>
            <a:stCxn id="20" idx="1"/>
          </p:cNvCxnSpPr>
          <p:nvPr/>
        </p:nvCxnSpPr>
        <p:spPr>
          <a:xfrm rot="10800000">
            <a:off x="2588847" y="2442833"/>
            <a:ext cx="76245" cy="91880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093748B7-2FBA-12BA-A8B8-678F42A61DBE}"/>
              </a:ext>
            </a:extLst>
          </p:cNvPr>
          <p:cNvSpPr/>
          <p:nvPr/>
        </p:nvSpPr>
        <p:spPr>
          <a:xfrm>
            <a:off x="2627940" y="4105915"/>
            <a:ext cx="1544899" cy="54956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Access Control Supervisor </a:t>
            </a:r>
          </a:p>
          <a:p>
            <a:pPr algn="ctr"/>
            <a:r>
              <a:rPr lang="en-US" sz="800" dirty="0">
                <a:solidFill>
                  <a:schemeClr val="tx1"/>
                </a:solidFill>
              </a:rPr>
              <a:t>DHK AT OFFC 179371 </a:t>
            </a:r>
          </a:p>
          <a:p>
            <a:pPr algn="ctr"/>
            <a:r>
              <a:rPr lang="en-US" sz="800">
                <a:solidFill>
                  <a:srgbClr val="0070C0"/>
                </a:solidFill>
              </a:rPr>
              <a:t>G. Yensegenova</a:t>
            </a:r>
            <a:endParaRPr lang="en-US" sz="800" dirty="0">
              <a:solidFill>
                <a:srgbClr val="0070C0"/>
              </a:solidFill>
            </a:endParaRPr>
          </a:p>
          <a:p>
            <a:pPr algn="ctr"/>
            <a:endParaRPr lang="en-US" sz="800" b="1" dirty="0">
              <a:solidFill>
                <a:schemeClr val="tx1"/>
              </a:solidFill>
            </a:endParaRPr>
          </a:p>
        </p:txBody>
      </p:sp>
      <p:sp>
        <p:nvSpPr>
          <p:cNvPr id="11" name="TextBox 10">
            <a:extLst>
              <a:ext uri="{FF2B5EF4-FFF2-40B4-BE49-F238E27FC236}">
                <a16:creationId xmlns:a16="http://schemas.microsoft.com/office/drawing/2014/main" id="{769AAF00-7B49-C308-DB4A-297993ED390F}"/>
              </a:ext>
            </a:extLst>
          </p:cNvPr>
          <p:cNvSpPr txBox="1"/>
          <p:nvPr/>
        </p:nvSpPr>
        <p:spPr>
          <a:xfrm>
            <a:off x="11760679" y="62081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18</a:t>
            </a:r>
          </a:p>
        </p:txBody>
      </p:sp>
      <p:sp>
        <p:nvSpPr>
          <p:cNvPr id="104" name="Rectangle 103">
            <a:extLst>
              <a:ext uri="{FF2B5EF4-FFF2-40B4-BE49-F238E27FC236}">
                <a16:creationId xmlns:a16="http://schemas.microsoft.com/office/drawing/2014/main" id="{DE5C0EDD-F6FF-0D44-9B19-48CD35CE7A63}"/>
              </a:ext>
            </a:extLst>
          </p:cNvPr>
          <p:cNvSpPr/>
          <p:nvPr/>
        </p:nvSpPr>
        <p:spPr>
          <a:xfrm>
            <a:off x="2626964" y="4681783"/>
            <a:ext cx="1544899" cy="54956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AT SHIFT 109699/103221</a:t>
            </a:r>
          </a:p>
          <a:p>
            <a:pPr algn="ctr"/>
            <a:r>
              <a:rPr lang="en-US" sz="800">
                <a:solidFill>
                  <a:srgbClr val="0070C0"/>
                </a:solidFill>
              </a:rPr>
              <a:t>E. Nitokshin </a:t>
            </a:r>
            <a:r>
              <a:rPr lang="en-US" sz="800" dirty="0">
                <a:solidFill>
                  <a:srgbClr val="0070C0"/>
                </a:solidFill>
              </a:rPr>
              <a:t>/ </a:t>
            </a:r>
            <a:r>
              <a:rPr lang="en-US" sz="800">
                <a:solidFill>
                  <a:srgbClr val="0070C0"/>
                </a:solidFill>
              </a:rPr>
              <a:t>T. Bassarov</a:t>
            </a:r>
            <a:endParaRPr lang="en-US" sz="800" dirty="0">
              <a:solidFill>
                <a:srgbClr val="0070C0"/>
              </a:solidFill>
            </a:endParaRPr>
          </a:p>
          <a:p>
            <a:pPr algn="ctr"/>
            <a:endParaRPr lang="en-US" sz="800" b="1" dirty="0">
              <a:solidFill>
                <a:schemeClr val="tx1"/>
              </a:solidFill>
            </a:endParaRPr>
          </a:p>
        </p:txBody>
      </p:sp>
      <p:cxnSp>
        <p:nvCxnSpPr>
          <p:cNvPr id="105" name="Connector: Elbow 104">
            <a:extLst>
              <a:ext uri="{FF2B5EF4-FFF2-40B4-BE49-F238E27FC236}">
                <a16:creationId xmlns:a16="http://schemas.microsoft.com/office/drawing/2014/main" id="{29491A72-0564-2CE4-8FD8-54189C032135}"/>
              </a:ext>
            </a:extLst>
          </p:cNvPr>
          <p:cNvCxnSpPr>
            <a:cxnSpLocks/>
          </p:cNvCxnSpPr>
          <p:nvPr/>
        </p:nvCxnSpPr>
        <p:spPr>
          <a:xfrm rot="10800000">
            <a:off x="2569332" y="4406938"/>
            <a:ext cx="69559" cy="510108"/>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19" name="Rectangle 118">
            <a:extLst>
              <a:ext uri="{FF2B5EF4-FFF2-40B4-BE49-F238E27FC236}">
                <a16:creationId xmlns:a16="http://schemas.microsoft.com/office/drawing/2014/main" id="{ED66B016-33FB-C9C0-E9D5-63C13E944E72}"/>
              </a:ext>
            </a:extLst>
          </p:cNvPr>
          <p:cNvSpPr/>
          <p:nvPr/>
        </p:nvSpPr>
        <p:spPr>
          <a:xfrm>
            <a:off x="2737776" y="5315539"/>
            <a:ext cx="1544899"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BT ROT 104244/109702</a:t>
            </a:r>
          </a:p>
          <a:p>
            <a:pPr algn="ctr"/>
            <a:r>
              <a:rPr lang="en-US" sz="800">
                <a:solidFill>
                  <a:srgbClr val="0070C0"/>
                </a:solidFill>
              </a:rPr>
              <a:t>R. Utegenov </a:t>
            </a:r>
            <a:r>
              <a:rPr lang="en-US" sz="800" dirty="0">
                <a:solidFill>
                  <a:srgbClr val="0070C0"/>
                </a:solidFill>
              </a:rPr>
              <a:t>/ </a:t>
            </a:r>
            <a:r>
              <a:rPr lang="en-US" sz="800" err="1">
                <a:solidFill>
                  <a:srgbClr val="0070C0"/>
                </a:solidFill>
              </a:rPr>
              <a:t>Zh</a:t>
            </a:r>
            <a:r>
              <a:rPr lang="en-US" sz="800">
                <a:solidFill>
                  <a:srgbClr val="0070C0"/>
                </a:solidFill>
              </a:rPr>
              <a:t>. Zhubanaliyev</a:t>
            </a:r>
            <a:endParaRPr lang="en-US" sz="800" dirty="0">
              <a:solidFill>
                <a:srgbClr val="0070C0"/>
              </a:solidFill>
            </a:endParaRPr>
          </a:p>
        </p:txBody>
      </p:sp>
      <p:cxnSp>
        <p:nvCxnSpPr>
          <p:cNvPr id="120" name="Connector: Elbow 119">
            <a:extLst>
              <a:ext uri="{FF2B5EF4-FFF2-40B4-BE49-F238E27FC236}">
                <a16:creationId xmlns:a16="http://schemas.microsoft.com/office/drawing/2014/main" id="{9E7907A3-4339-22B8-B340-35883DBA696F}"/>
              </a:ext>
            </a:extLst>
          </p:cNvPr>
          <p:cNvCxnSpPr>
            <a:cxnSpLocks/>
          </p:cNvCxnSpPr>
          <p:nvPr/>
        </p:nvCxnSpPr>
        <p:spPr>
          <a:xfrm rot="10800000">
            <a:off x="2570777" y="4866062"/>
            <a:ext cx="175364" cy="60277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2" name="Connector: Elbow 141">
            <a:extLst>
              <a:ext uri="{FF2B5EF4-FFF2-40B4-BE49-F238E27FC236}">
                <a16:creationId xmlns:a16="http://schemas.microsoft.com/office/drawing/2014/main" id="{FD4B5FAE-9B50-AD17-0D89-1DD1B7F78C1A}"/>
              </a:ext>
            </a:extLst>
          </p:cNvPr>
          <p:cNvCxnSpPr>
            <a:cxnSpLocks/>
          </p:cNvCxnSpPr>
          <p:nvPr/>
        </p:nvCxnSpPr>
        <p:spPr>
          <a:xfrm rot="10800000">
            <a:off x="2413733" y="4406938"/>
            <a:ext cx="107671" cy="2213684"/>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71" name="Rectangle 170">
            <a:extLst>
              <a:ext uri="{FF2B5EF4-FFF2-40B4-BE49-F238E27FC236}">
                <a16:creationId xmlns:a16="http://schemas.microsoft.com/office/drawing/2014/main" id="{725F6AF9-BE21-4420-D7DF-58FB305AC778}"/>
              </a:ext>
            </a:extLst>
          </p:cNvPr>
          <p:cNvSpPr/>
          <p:nvPr/>
        </p:nvSpPr>
        <p:spPr>
          <a:xfrm>
            <a:off x="6449538" y="4090122"/>
            <a:ext cx="1522850" cy="47110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 DHK OR ROT 107388/101191</a:t>
            </a:r>
          </a:p>
          <a:p>
            <a:pPr algn="ctr"/>
            <a:r>
              <a:rPr lang="en-US" sz="800">
                <a:solidFill>
                  <a:srgbClr val="0070C0"/>
                </a:solidFill>
              </a:rPr>
              <a:t>M. Aukeshev </a:t>
            </a:r>
            <a:r>
              <a:rPr lang="en-US" sz="800" dirty="0">
                <a:solidFill>
                  <a:srgbClr val="0070C0"/>
                </a:solidFill>
              </a:rPr>
              <a:t>/ </a:t>
            </a:r>
            <a:r>
              <a:rPr lang="en-US" sz="800">
                <a:solidFill>
                  <a:srgbClr val="0070C0"/>
                </a:solidFill>
              </a:rPr>
              <a:t>K. Kusmoldin</a:t>
            </a:r>
            <a:endParaRPr lang="en-US" sz="800" dirty="0">
              <a:solidFill>
                <a:srgbClr val="0070C0"/>
              </a:solidFill>
            </a:endParaRPr>
          </a:p>
        </p:txBody>
      </p:sp>
      <p:cxnSp>
        <p:nvCxnSpPr>
          <p:cNvPr id="172" name="Connector: Elbow 171">
            <a:extLst>
              <a:ext uri="{FF2B5EF4-FFF2-40B4-BE49-F238E27FC236}">
                <a16:creationId xmlns:a16="http://schemas.microsoft.com/office/drawing/2014/main" id="{1C59D886-494E-D7C4-D519-8BB2FB81799E}"/>
              </a:ext>
            </a:extLst>
          </p:cNvPr>
          <p:cNvCxnSpPr>
            <a:cxnSpLocks/>
          </p:cNvCxnSpPr>
          <p:nvPr/>
        </p:nvCxnSpPr>
        <p:spPr>
          <a:xfrm rot="10800000">
            <a:off x="6369268" y="3716319"/>
            <a:ext cx="80271" cy="60935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74" name="Rectangle 173">
            <a:extLst>
              <a:ext uri="{FF2B5EF4-FFF2-40B4-BE49-F238E27FC236}">
                <a16:creationId xmlns:a16="http://schemas.microsoft.com/office/drawing/2014/main" id="{74DC1F26-E65C-575A-6989-FF2859DB0C34}"/>
              </a:ext>
            </a:extLst>
          </p:cNvPr>
          <p:cNvSpPr/>
          <p:nvPr/>
        </p:nvSpPr>
        <p:spPr>
          <a:xfrm>
            <a:off x="6326141" y="4841362"/>
            <a:ext cx="1514159" cy="4544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Occupational Health DHK AT OFFC 107466 </a:t>
            </a:r>
          </a:p>
          <a:p>
            <a:pPr algn="ctr"/>
            <a:r>
              <a:rPr lang="en-US" sz="800">
                <a:solidFill>
                  <a:srgbClr val="0070C0"/>
                </a:solidFill>
              </a:rPr>
              <a:t>A. Tatanov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cxnSp>
        <p:nvCxnSpPr>
          <p:cNvPr id="175" name="Connector: Elbow 174">
            <a:extLst>
              <a:ext uri="{FF2B5EF4-FFF2-40B4-BE49-F238E27FC236}">
                <a16:creationId xmlns:a16="http://schemas.microsoft.com/office/drawing/2014/main" id="{09E1589C-48D8-3D25-4DCC-C713F2FD9AF6}"/>
              </a:ext>
            </a:extLst>
          </p:cNvPr>
          <p:cNvCxnSpPr>
            <a:cxnSpLocks/>
            <a:stCxn id="174" idx="1"/>
          </p:cNvCxnSpPr>
          <p:nvPr/>
        </p:nvCxnSpPr>
        <p:spPr>
          <a:xfrm rot="10800000">
            <a:off x="6163561" y="2568832"/>
            <a:ext cx="162581" cy="249974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93" name="Rectangle 192">
            <a:extLst>
              <a:ext uri="{FF2B5EF4-FFF2-40B4-BE49-F238E27FC236}">
                <a16:creationId xmlns:a16="http://schemas.microsoft.com/office/drawing/2014/main" id="{F8B5025F-402B-AB4B-21F2-922BC9D55F07}"/>
              </a:ext>
            </a:extLst>
          </p:cNvPr>
          <p:cNvSpPr/>
          <p:nvPr/>
        </p:nvSpPr>
        <p:spPr>
          <a:xfrm>
            <a:off x="8287476" y="3338894"/>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Projects &amp; Permitting Team Lead </a:t>
            </a:r>
          </a:p>
          <a:p>
            <a:pPr algn="ctr"/>
            <a:r>
              <a:rPr lang="fr-FR" sz="800" dirty="0">
                <a:solidFill>
                  <a:schemeClr val="tx1"/>
                </a:solidFill>
              </a:rPr>
              <a:t>DHK AT OFFC </a:t>
            </a:r>
            <a:r>
              <a:rPr lang="en-US" sz="800" dirty="0">
                <a:solidFill>
                  <a:schemeClr val="tx1"/>
                </a:solidFill>
              </a:rPr>
              <a:t>178248 </a:t>
            </a:r>
          </a:p>
          <a:p>
            <a:pPr algn="ctr"/>
            <a:r>
              <a:rPr lang="en-US" sz="800" err="1">
                <a:solidFill>
                  <a:srgbClr val="0070C0"/>
                </a:solidFill>
              </a:rPr>
              <a:t>Zh</a:t>
            </a:r>
            <a:r>
              <a:rPr lang="en-US" sz="800">
                <a:solidFill>
                  <a:srgbClr val="0070C0"/>
                </a:solidFill>
              </a:rPr>
              <a:t>. Kozhan</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194" name="Rectangle 193">
            <a:extLst>
              <a:ext uri="{FF2B5EF4-FFF2-40B4-BE49-F238E27FC236}">
                <a16:creationId xmlns:a16="http://schemas.microsoft.com/office/drawing/2014/main" id="{A55B652B-EB05-66B6-D27E-125EAC3351D3}"/>
              </a:ext>
            </a:extLst>
          </p:cNvPr>
          <p:cNvSpPr/>
          <p:nvPr/>
        </p:nvSpPr>
        <p:spPr>
          <a:xfrm>
            <a:off x="8285363" y="3978437"/>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Waste &amp; Effluent Management Lead</a:t>
            </a:r>
          </a:p>
          <a:p>
            <a:pPr algn="ctr"/>
            <a:r>
              <a:rPr lang="fr-FR" sz="800" dirty="0">
                <a:solidFill>
                  <a:schemeClr val="tx1"/>
                </a:solidFill>
              </a:rPr>
              <a:t>DHK AT OFFC </a:t>
            </a:r>
            <a:r>
              <a:rPr lang="en-US" sz="800" dirty="0">
                <a:solidFill>
                  <a:schemeClr val="tx1"/>
                </a:solidFill>
              </a:rPr>
              <a:t>178247 </a:t>
            </a:r>
            <a:r>
              <a:rPr lang="en-US" sz="800" dirty="0" err="1">
                <a:solidFill>
                  <a:srgbClr val="0070C0"/>
                </a:solidFill>
              </a:rPr>
              <a:t>D.Gabassov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203" name="Rectangle 202">
            <a:extLst>
              <a:ext uri="{FF2B5EF4-FFF2-40B4-BE49-F238E27FC236}">
                <a16:creationId xmlns:a16="http://schemas.microsoft.com/office/drawing/2014/main" id="{A9F9FB84-CE68-03AF-A39B-12CA19FDF85C}"/>
              </a:ext>
            </a:extLst>
          </p:cNvPr>
          <p:cNvSpPr/>
          <p:nvPr/>
        </p:nvSpPr>
        <p:spPr>
          <a:xfrm>
            <a:off x="8174518" y="1992551"/>
            <a:ext cx="1509215" cy="58831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Environmental, Permitting &amp; Reporting</a:t>
            </a:r>
          </a:p>
          <a:p>
            <a:pPr algn="ctr"/>
            <a:r>
              <a:rPr lang="en-US" sz="800" dirty="0">
                <a:solidFill>
                  <a:schemeClr val="tx1"/>
                </a:solidFill>
              </a:rPr>
              <a:t>SEC AT OFFC 179153 </a:t>
            </a:r>
          </a:p>
          <a:p>
            <a:pPr algn="ctr"/>
            <a:r>
              <a:rPr lang="en-US" sz="800">
                <a:solidFill>
                  <a:srgbClr val="0070C0"/>
                </a:solidFill>
              </a:rPr>
              <a:t>K. Kim</a:t>
            </a:r>
            <a:endParaRPr lang="en-US" sz="800" dirty="0">
              <a:solidFill>
                <a:srgbClr val="0070C0"/>
              </a:solidFill>
            </a:endParaRPr>
          </a:p>
          <a:p>
            <a:pPr algn="ctr"/>
            <a:endParaRPr lang="en-US" sz="800" dirty="0">
              <a:solidFill>
                <a:schemeClr val="tx1"/>
              </a:solidFill>
            </a:endParaRPr>
          </a:p>
          <a:p>
            <a:pPr algn="ctr"/>
            <a:endParaRPr lang="en-US" sz="800" dirty="0">
              <a:solidFill>
                <a:schemeClr val="tx1"/>
              </a:solidFill>
            </a:endParaRPr>
          </a:p>
          <a:p>
            <a:pPr algn="ctr"/>
            <a:endParaRPr lang="en-US" sz="800" b="1" dirty="0">
              <a:solidFill>
                <a:schemeClr val="tx1"/>
              </a:solidFill>
            </a:endParaRPr>
          </a:p>
        </p:txBody>
      </p:sp>
      <p:cxnSp>
        <p:nvCxnSpPr>
          <p:cNvPr id="204" name="Connector: Elbow 203">
            <a:extLst>
              <a:ext uri="{FF2B5EF4-FFF2-40B4-BE49-F238E27FC236}">
                <a16:creationId xmlns:a16="http://schemas.microsoft.com/office/drawing/2014/main" id="{B54294A6-4B3E-A194-7A66-862673D182EF}"/>
              </a:ext>
            </a:extLst>
          </p:cNvPr>
          <p:cNvCxnSpPr>
            <a:cxnSpLocks/>
            <a:stCxn id="193" idx="1"/>
          </p:cNvCxnSpPr>
          <p:nvPr/>
        </p:nvCxnSpPr>
        <p:spPr>
          <a:xfrm rot="10800000">
            <a:off x="8218700" y="2927897"/>
            <a:ext cx="68777" cy="67959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6" name="Connector: Elbow 205">
            <a:extLst>
              <a:ext uri="{FF2B5EF4-FFF2-40B4-BE49-F238E27FC236}">
                <a16:creationId xmlns:a16="http://schemas.microsoft.com/office/drawing/2014/main" id="{39059504-E4ED-BCFD-29FB-198D19225735}"/>
              </a:ext>
            </a:extLst>
          </p:cNvPr>
          <p:cNvCxnSpPr>
            <a:cxnSpLocks/>
          </p:cNvCxnSpPr>
          <p:nvPr/>
        </p:nvCxnSpPr>
        <p:spPr>
          <a:xfrm rot="10800000">
            <a:off x="8219154" y="3583581"/>
            <a:ext cx="68777" cy="67959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18" name="Rectangle 217">
            <a:extLst>
              <a:ext uri="{FF2B5EF4-FFF2-40B4-BE49-F238E27FC236}">
                <a16:creationId xmlns:a16="http://schemas.microsoft.com/office/drawing/2014/main" id="{268ADD3C-F461-0488-C5E0-4E335D4A2366}"/>
              </a:ext>
            </a:extLst>
          </p:cNvPr>
          <p:cNvSpPr/>
          <p:nvPr/>
        </p:nvSpPr>
        <p:spPr>
          <a:xfrm>
            <a:off x="8313669" y="4699954"/>
            <a:ext cx="1509215" cy="5371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GHG &amp; Air Emissions Management Team Lead </a:t>
            </a:r>
          </a:p>
          <a:p>
            <a:pPr algn="ctr"/>
            <a:r>
              <a:rPr lang="fr-FR" sz="800" dirty="0">
                <a:solidFill>
                  <a:schemeClr val="tx1"/>
                </a:solidFill>
              </a:rPr>
              <a:t>DHK AT OFFC </a:t>
            </a:r>
            <a:r>
              <a:rPr lang="en-US" sz="800" dirty="0">
                <a:solidFill>
                  <a:schemeClr val="tx1"/>
                </a:solidFill>
              </a:rPr>
              <a:t>179154</a:t>
            </a:r>
          </a:p>
          <a:p>
            <a:pPr algn="ctr"/>
            <a:r>
              <a:rPr lang="en-US" sz="800">
                <a:solidFill>
                  <a:srgbClr val="0070C0"/>
                </a:solidFill>
              </a:rPr>
              <a:t>A. Kassenov</a:t>
            </a:r>
            <a:endParaRPr lang="en-US" sz="800" dirty="0">
              <a:solidFill>
                <a:srgbClr val="0070C0"/>
              </a:solidFill>
            </a:endParaRPr>
          </a:p>
          <a:p>
            <a:pPr algn="ctr"/>
            <a:endParaRPr lang="en-US" sz="800" b="1" dirty="0">
              <a:solidFill>
                <a:schemeClr val="tx1"/>
              </a:solidFill>
            </a:endParaRPr>
          </a:p>
        </p:txBody>
      </p:sp>
      <p:cxnSp>
        <p:nvCxnSpPr>
          <p:cNvPr id="219" name="Connector: Elbow 218">
            <a:extLst>
              <a:ext uri="{FF2B5EF4-FFF2-40B4-BE49-F238E27FC236}">
                <a16:creationId xmlns:a16="http://schemas.microsoft.com/office/drawing/2014/main" id="{A9E6F612-8275-308D-1756-BE5B42A8F8ED}"/>
              </a:ext>
            </a:extLst>
          </p:cNvPr>
          <p:cNvCxnSpPr>
            <a:cxnSpLocks/>
          </p:cNvCxnSpPr>
          <p:nvPr/>
        </p:nvCxnSpPr>
        <p:spPr>
          <a:xfrm rot="5400000" flipH="1" flipV="1">
            <a:off x="6595345" y="3429004"/>
            <a:ext cx="3086635" cy="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225" name="Connector: Elbow 224">
            <a:extLst>
              <a:ext uri="{FF2B5EF4-FFF2-40B4-BE49-F238E27FC236}">
                <a16:creationId xmlns:a16="http://schemas.microsoft.com/office/drawing/2014/main" id="{A9A71530-C478-258A-8998-9A4D9547787A}"/>
              </a:ext>
            </a:extLst>
          </p:cNvPr>
          <p:cNvCxnSpPr>
            <a:cxnSpLocks/>
            <a:stCxn id="218" idx="1"/>
          </p:cNvCxnSpPr>
          <p:nvPr/>
        </p:nvCxnSpPr>
        <p:spPr>
          <a:xfrm rot="10800000">
            <a:off x="8138657" y="1877087"/>
            <a:ext cx="175012" cy="309146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85" name="Text Placeholder 1">
            <a:extLst>
              <a:ext uri="{FF2B5EF4-FFF2-40B4-BE49-F238E27FC236}">
                <a16:creationId xmlns:a16="http://schemas.microsoft.com/office/drawing/2014/main" id="{DE64420C-5D97-E97B-96A9-66F009065FCF}"/>
              </a:ext>
            </a:extLst>
          </p:cNvPr>
          <p:cNvSpPr>
            <a:spLocks noGrp="1"/>
          </p:cNvSpPr>
          <p:nvPr>
            <p:ph type="body" sz="quarter" idx="10"/>
          </p:nvPr>
        </p:nvSpPr>
        <p:spPr>
          <a:xfrm>
            <a:off x="123825" y="153781"/>
            <a:ext cx="2855959" cy="452348"/>
          </a:xfrm>
        </p:spPr>
        <p:txBody>
          <a:bodyPr>
            <a:normAutofit/>
          </a:bodyPr>
          <a:lstStyle/>
          <a:p>
            <a:r>
              <a:rPr lang="en-US" sz="2000" dirty="0"/>
              <a:t>HSSE</a:t>
            </a:r>
          </a:p>
        </p:txBody>
      </p:sp>
      <p:sp>
        <p:nvSpPr>
          <p:cNvPr id="2" name="Rectangle 1">
            <a:extLst>
              <a:ext uri="{FF2B5EF4-FFF2-40B4-BE49-F238E27FC236}">
                <a16:creationId xmlns:a16="http://schemas.microsoft.com/office/drawing/2014/main" id="{FF5FE577-9054-5C77-BA49-82BA31094172}"/>
              </a:ext>
            </a:extLst>
          </p:cNvPr>
          <p:cNvSpPr/>
          <p:nvPr/>
        </p:nvSpPr>
        <p:spPr>
          <a:xfrm>
            <a:off x="4408297" y="2317860"/>
            <a:ext cx="1511342" cy="53518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Contracts Management Specialist</a:t>
            </a:r>
            <a:endParaRPr lang="ru-RU" sz="800" dirty="0">
              <a:solidFill>
                <a:schemeClr val="tx1"/>
              </a:solidFill>
            </a:endParaRPr>
          </a:p>
          <a:p>
            <a:pPr algn="ctr"/>
            <a:r>
              <a:rPr lang="en-US" sz="800" dirty="0">
                <a:solidFill>
                  <a:schemeClr val="tx1"/>
                </a:solidFill>
              </a:rPr>
              <a:t>COK AT OFFC 110367</a:t>
            </a:r>
          </a:p>
          <a:p>
            <a:pPr algn="ctr"/>
            <a:r>
              <a:rPr lang="en-US" sz="800">
                <a:solidFill>
                  <a:srgbClr val="0070C0"/>
                </a:solidFill>
              </a:rPr>
              <a:t>A. Murzagaliyeva</a:t>
            </a:r>
            <a:endParaRPr lang="en-US" sz="800" dirty="0">
              <a:solidFill>
                <a:srgbClr val="0070C0"/>
              </a:solidFill>
            </a:endParaRPr>
          </a:p>
        </p:txBody>
      </p:sp>
      <p:sp>
        <p:nvSpPr>
          <p:cNvPr id="3" name="Rectangle 2">
            <a:extLst>
              <a:ext uri="{FF2B5EF4-FFF2-40B4-BE49-F238E27FC236}">
                <a16:creationId xmlns:a16="http://schemas.microsoft.com/office/drawing/2014/main" id="{22C81F83-807D-5F3D-F46D-CB1829599FE7}"/>
              </a:ext>
            </a:extLst>
          </p:cNvPr>
          <p:cNvSpPr/>
          <p:nvPr/>
        </p:nvSpPr>
        <p:spPr>
          <a:xfrm>
            <a:off x="4404246" y="2913978"/>
            <a:ext cx="1511342" cy="54956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Contracts Management Specialist</a:t>
            </a:r>
          </a:p>
          <a:p>
            <a:pPr algn="ctr"/>
            <a:r>
              <a:rPr lang="en-US" sz="800" dirty="0">
                <a:solidFill>
                  <a:schemeClr val="tx1"/>
                </a:solidFill>
              </a:rPr>
              <a:t>COK AT OFFC 110492</a:t>
            </a:r>
          </a:p>
          <a:p>
            <a:pPr algn="ctr"/>
            <a:r>
              <a:rPr lang="en-US" sz="800" dirty="0" err="1">
                <a:solidFill>
                  <a:srgbClr val="0070C0"/>
                </a:solidFill>
              </a:rPr>
              <a:t>T.Litvinova</a:t>
            </a:r>
            <a:endParaRPr lang="en-US" sz="800" dirty="0">
              <a:solidFill>
                <a:srgbClr val="0070C0"/>
              </a:solidFill>
            </a:endParaRPr>
          </a:p>
        </p:txBody>
      </p:sp>
      <p:cxnSp>
        <p:nvCxnSpPr>
          <p:cNvPr id="4" name="Connector: Elbow 3">
            <a:extLst>
              <a:ext uri="{FF2B5EF4-FFF2-40B4-BE49-F238E27FC236}">
                <a16:creationId xmlns:a16="http://schemas.microsoft.com/office/drawing/2014/main" id="{4E8DFA60-F144-8E89-0A3C-E03CAE01FD7D}"/>
              </a:ext>
            </a:extLst>
          </p:cNvPr>
          <p:cNvCxnSpPr>
            <a:cxnSpLocks/>
            <a:stCxn id="2" idx="1"/>
          </p:cNvCxnSpPr>
          <p:nvPr/>
        </p:nvCxnSpPr>
        <p:spPr>
          <a:xfrm rot="10800000">
            <a:off x="4332517" y="2261352"/>
            <a:ext cx="75780" cy="3240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5" name="Connector: Elbow 4">
            <a:extLst>
              <a:ext uri="{FF2B5EF4-FFF2-40B4-BE49-F238E27FC236}">
                <a16:creationId xmlns:a16="http://schemas.microsoft.com/office/drawing/2014/main" id="{3BD1E40E-7219-10B7-2030-F7A488A97161}"/>
              </a:ext>
            </a:extLst>
          </p:cNvPr>
          <p:cNvCxnSpPr>
            <a:cxnSpLocks/>
            <a:stCxn id="3" idx="1"/>
          </p:cNvCxnSpPr>
          <p:nvPr/>
        </p:nvCxnSpPr>
        <p:spPr>
          <a:xfrm rot="10800000">
            <a:off x="4327996" y="2326293"/>
            <a:ext cx="76251" cy="86246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F5AD54D6-9AE0-8906-1B6F-6BF28356F9BB}"/>
              </a:ext>
            </a:extLst>
          </p:cNvPr>
          <p:cNvSpPr/>
          <p:nvPr/>
        </p:nvSpPr>
        <p:spPr>
          <a:xfrm>
            <a:off x="8335490" y="5420917"/>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Team Lead </a:t>
            </a:r>
          </a:p>
          <a:p>
            <a:pPr algn="ctr"/>
            <a:r>
              <a:rPr lang="en-US" sz="800" dirty="0">
                <a:solidFill>
                  <a:schemeClr val="tx1"/>
                </a:solidFill>
              </a:rPr>
              <a:t>DHK AT OFFC 178431 </a:t>
            </a:r>
          </a:p>
          <a:p>
            <a:pPr algn="ctr"/>
            <a:r>
              <a:rPr lang="en-US" sz="800" dirty="0">
                <a:solidFill>
                  <a:srgbClr val="0070C0"/>
                </a:solidFill>
              </a:rPr>
              <a:t>Ukhov, Sergey</a:t>
            </a:r>
          </a:p>
        </p:txBody>
      </p:sp>
      <p:cxnSp>
        <p:nvCxnSpPr>
          <p:cNvPr id="7" name="Connector: Elbow 6">
            <a:extLst>
              <a:ext uri="{FF2B5EF4-FFF2-40B4-BE49-F238E27FC236}">
                <a16:creationId xmlns:a16="http://schemas.microsoft.com/office/drawing/2014/main" id="{61E782D2-BDDB-116B-EFE1-11D8759E6B64}"/>
              </a:ext>
            </a:extLst>
          </p:cNvPr>
          <p:cNvCxnSpPr>
            <a:cxnSpLocks/>
          </p:cNvCxnSpPr>
          <p:nvPr/>
        </p:nvCxnSpPr>
        <p:spPr>
          <a:xfrm rot="10800000">
            <a:off x="8138655" y="2592619"/>
            <a:ext cx="175012" cy="3091465"/>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909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75C9B-3C1D-3E1F-699D-0171F312F239}"/>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C3E013C1-4E0D-4A4D-BE67-BFC855F351D4}"/>
              </a:ext>
            </a:extLst>
          </p:cNvPr>
          <p:cNvSpPr>
            <a:spLocks noGrp="1"/>
          </p:cNvSpPr>
          <p:nvPr>
            <p:ph type="body" sz="quarter" idx="10"/>
          </p:nvPr>
        </p:nvSpPr>
        <p:spPr>
          <a:xfrm>
            <a:off x="68305" y="237319"/>
            <a:ext cx="10459170" cy="339661"/>
          </a:xfrm>
        </p:spPr>
        <p:txBody>
          <a:bodyPr>
            <a:normAutofit/>
          </a:bodyPr>
          <a:lstStyle/>
          <a:p>
            <a:r>
              <a:rPr lang="en-US" sz="1800" dirty="0"/>
              <a:t>Environmental Protection</a:t>
            </a:r>
          </a:p>
        </p:txBody>
      </p:sp>
      <p:sp>
        <p:nvSpPr>
          <p:cNvPr id="230" name="Rectangle 229">
            <a:extLst>
              <a:ext uri="{FF2B5EF4-FFF2-40B4-BE49-F238E27FC236}">
                <a16:creationId xmlns:a16="http://schemas.microsoft.com/office/drawing/2014/main" id="{EA0E89E9-5628-9438-FCFB-39C6D1607AE4}"/>
              </a:ext>
            </a:extLst>
          </p:cNvPr>
          <p:cNvSpPr/>
          <p:nvPr/>
        </p:nvSpPr>
        <p:spPr>
          <a:xfrm>
            <a:off x="5401144" y="347464"/>
            <a:ext cx="1672869" cy="68938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900" dirty="0" err="1">
                <a:solidFill>
                  <a:schemeClr val="tx1"/>
                </a:solidFill>
              </a:rPr>
              <a:t>Environmental</a:t>
            </a:r>
            <a:r>
              <a:rPr lang="fr-FR" sz="900" dirty="0">
                <a:solidFill>
                  <a:schemeClr val="tx1"/>
                </a:solidFill>
              </a:rPr>
              <a:t> Protection Manager </a:t>
            </a:r>
          </a:p>
          <a:p>
            <a:pPr algn="ctr"/>
            <a:r>
              <a:rPr lang="fr-FR" sz="900" dirty="0">
                <a:solidFill>
                  <a:schemeClr val="tx1"/>
                </a:solidFill>
              </a:rPr>
              <a:t>DHK AT OFFC 105550 </a:t>
            </a:r>
          </a:p>
          <a:p>
            <a:pPr algn="ctr"/>
            <a:r>
              <a:rPr lang="fr-FR" sz="900" dirty="0">
                <a:solidFill>
                  <a:schemeClr val="tx1"/>
                </a:solidFill>
              </a:rPr>
              <a:t> </a:t>
            </a:r>
            <a:r>
              <a:rPr lang="fr-FR" sz="900">
                <a:solidFill>
                  <a:srgbClr val="0070C0"/>
                </a:solidFill>
              </a:rPr>
              <a:t>T. Jantayev</a:t>
            </a:r>
            <a:endParaRPr lang="fr-FR" sz="900" dirty="0">
              <a:solidFill>
                <a:srgbClr val="0070C0"/>
              </a:solidFill>
            </a:endParaRPr>
          </a:p>
          <a:p>
            <a:pPr algn="ctr"/>
            <a:endParaRPr lang="en-US" sz="900" b="1" dirty="0">
              <a:solidFill>
                <a:schemeClr val="tx1"/>
              </a:solidFill>
            </a:endParaRPr>
          </a:p>
        </p:txBody>
      </p:sp>
      <p:sp>
        <p:nvSpPr>
          <p:cNvPr id="233" name="Rectangle 232">
            <a:extLst>
              <a:ext uri="{FF2B5EF4-FFF2-40B4-BE49-F238E27FC236}">
                <a16:creationId xmlns:a16="http://schemas.microsoft.com/office/drawing/2014/main" id="{A2038CC1-224D-EEC7-2801-85162EAB5253}"/>
              </a:ext>
            </a:extLst>
          </p:cNvPr>
          <p:cNvSpPr/>
          <p:nvPr/>
        </p:nvSpPr>
        <p:spPr>
          <a:xfrm>
            <a:off x="9187507" y="1510898"/>
            <a:ext cx="1606049" cy="6908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GHG &amp; Air Emissions Management </a:t>
            </a:r>
          </a:p>
          <a:p>
            <a:pPr algn="ctr"/>
            <a:r>
              <a:rPr lang="en-US" sz="800" dirty="0">
                <a:solidFill>
                  <a:schemeClr val="tx1"/>
                </a:solidFill>
              </a:rPr>
              <a:t>Team Lead </a:t>
            </a:r>
          </a:p>
          <a:p>
            <a:pPr algn="ctr"/>
            <a:r>
              <a:rPr lang="en-US" sz="800" dirty="0">
                <a:solidFill>
                  <a:schemeClr val="tx1"/>
                </a:solidFill>
              </a:rPr>
              <a:t>DHK AT OFFC 179154</a:t>
            </a:r>
          </a:p>
          <a:p>
            <a:pPr algn="ctr"/>
            <a:r>
              <a:rPr lang="en-US" sz="800" dirty="0">
                <a:solidFill>
                  <a:schemeClr val="tx1"/>
                </a:solidFill>
              </a:rPr>
              <a:t> </a:t>
            </a:r>
            <a:r>
              <a:rPr lang="en-US" sz="800">
                <a:solidFill>
                  <a:srgbClr val="0070C0"/>
                </a:solidFill>
              </a:rPr>
              <a:t>A. Kassenov</a:t>
            </a:r>
            <a:endParaRPr lang="en-US" sz="800" dirty="0">
              <a:solidFill>
                <a:srgbClr val="0070C0"/>
              </a:solidFill>
            </a:endParaRPr>
          </a:p>
          <a:p>
            <a:pPr algn="ctr"/>
            <a:endParaRPr lang="en-US" sz="800" dirty="0">
              <a:solidFill>
                <a:schemeClr val="tx1"/>
              </a:solidFill>
            </a:endParaRPr>
          </a:p>
          <a:p>
            <a:pPr algn="ctr"/>
            <a:endParaRPr lang="en-US" sz="800" dirty="0">
              <a:solidFill>
                <a:schemeClr val="tx1"/>
              </a:solidFill>
            </a:endParaRPr>
          </a:p>
          <a:p>
            <a:pPr algn="ctr"/>
            <a:endParaRPr lang="en-US" sz="800" b="1" dirty="0">
              <a:solidFill>
                <a:schemeClr val="tx1"/>
              </a:solidFill>
            </a:endParaRPr>
          </a:p>
        </p:txBody>
      </p:sp>
      <p:sp>
        <p:nvSpPr>
          <p:cNvPr id="237" name="Rectangle 236">
            <a:extLst>
              <a:ext uri="{FF2B5EF4-FFF2-40B4-BE49-F238E27FC236}">
                <a16:creationId xmlns:a16="http://schemas.microsoft.com/office/drawing/2014/main" id="{D88A5AC9-39E7-4592-B5D6-D755D7DB6212}"/>
              </a:ext>
            </a:extLst>
          </p:cNvPr>
          <p:cNvSpPr/>
          <p:nvPr/>
        </p:nvSpPr>
        <p:spPr>
          <a:xfrm>
            <a:off x="2373075" y="1498399"/>
            <a:ext cx="1500743" cy="53703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Environmental, Permitting &amp; Reporting</a:t>
            </a:r>
          </a:p>
          <a:p>
            <a:pPr algn="ctr"/>
            <a:r>
              <a:rPr lang="en-US" sz="800" dirty="0">
                <a:solidFill>
                  <a:schemeClr val="tx1"/>
                </a:solidFill>
              </a:rPr>
              <a:t>SEC AT OFFC 179153 </a:t>
            </a:r>
          </a:p>
          <a:p>
            <a:pPr algn="ctr"/>
            <a:r>
              <a:rPr lang="en-US" sz="800" dirty="0">
                <a:solidFill>
                  <a:schemeClr val="tx1"/>
                </a:solidFill>
              </a:rPr>
              <a:t> </a:t>
            </a:r>
            <a:r>
              <a:rPr lang="en-US" sz="800">
                <a:solidFill>
                  <a:srgbClr val="0070C0"/>
                </a:solidFill>
              </a:rPr>
              <a:t>K. Kim</a:t>
            </a:r>
            <a:endParaRPr lang="en-US" sz="800" dirty="0">
              <a:solidFill>
                <a:srgbClr val="0070C0"/>
              </a:solidFill>
            </a:endParaRPr>
          </a:p>
          <a:p>
            <a:pPr algn="ctr"/>
            <a:endParaRPr lang="en-US" sz="800" b="1" dirty="0">
              <a:solidFill>
                <a:schemeClr val="tx1"/>
              </a:solidFill>
            </a:endParaRPr>
          </a:p>
        </p:txBody>
      </p:sp>
      <p:sp>
        <p:nvSpPr>
          <p:cNvPr id="16" name="Rectangle 15">
            <a:extLst>
              <a:ext uri="{FF2B5EF4-FFF2-40B4-BE49-F238E27FC236}">
                <a16:creationId xmlns:a16="http://schemas.microsoft.com/office/drawing/2014/main" id="{84ADDE5B-1288-4955-D7CC-43C109100AC5}"/>
              </a:ext>
            </a:extLst>
          </p:cNvPr>
          <p:cNvSpPr/>
          <p:nvPr/>
        </p:nvSpPr>
        <p:spPr>
          <a:xfrm>
            <a:off x="742386" y="2453068"/>
            <a:ext cx="1500743" cy="61585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Team Lead</a:t>
            </a:r>
          </a:p>
          <a:p>
            <a:pPr algn="ctr"/>
            <a:r>
              <a:rPr lang="en-US" sz="800" dirty="0">
                <a:solidFill>
                  <a:schemeClr val="tx1"/>
                </a:solidFill>
              </a:rPr>
              <a:t>DHK AT OFFC 102691 </a:t>
            </a:r>
          </a:p>
          <a:p>
            <a:pPr algn="ctr"/>
            <a:r>
              <a:rPr lang="en-US" sz="800">
                <a:solidFill>
                  <a:srgbClr val="0070C0"/>
                </a:solidFill>
              </a:rPr>
              <a:t>V. Kekhayeva</a:t>
            </a:r>
            <a:endParaRPr lang="en-US" sz="800" dirty="0">
              <a:solidFill>
                <a:srgbClr val="0070C0"/>
              </a:solidFill>
            </a:endParaRPr>
          </a:p>
        </p:txBody>
      </p:sp>
      <p:sp>
        <p:nvSpPr>
          <p:cNvPr id="19" name="Rectangle 18">
            <a:extLst>
              <a:ext uri="{FF2B5EF4-FFF2-40B4-BE49-F238E27FC236}">
                <a16:creationId xmlns:a16="http://schemas.microsoft.com/office/drawing/2014/main" id="{1FCEFEC1-4701-8909-7F0E-8CEE3023455C}"/>
              </a:ext>
            </a:extLst>
          </p:cNvPr>
          <p:cNvSpPr/>
          <p:nvPr/>
        </p:nvSpPr>
        <p:spPr>
          <a:xfrm>
            <a:off x="6453275" y="4977617"/>
            <a:ext cx="1500743" cy="55576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Biodiversity &amp; Monitoring Engineer </a:t>
            </a:r>
          </a:p>
          <a:p>
            <a:pPr algn="ctr"/>
            <a:r>
              <a:rPr lang="en-US" sz="800" dirty="0">
                <a:solidFill>
                  <a:schemeClr val="tx1"/>
                </a:solidFill>
              </a:rPr>
              <a:t>DHK AT OFFC  178252 </a:t>
            </a:r>
            <a:r>
              <a:rPr lang="en-US" sz="800" dirty="0" err="1">
                <a:solidFill>
                  <a:srgbClr val="0070C0"/>
                </a:solidFill>
              </a:rPr>
              <a:t>S.Sarsengaliyev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38" name="Rectangle 37">
            <a:extLst>
              <a:ext uri="{FF2B5EF4-FFF2-40B4-BE49-F238E27FC236}">
                <a16:creationId xmlns:a16="http://schemas.microsoft.com/office/drawing/2014/main" id="{36F5711C-5EF9-1250-8C85-51C335F7D1E0}"/>
              </a:ext>
            </a:extLst>
          </p:cNvPr>
          <p:cNvSpPr/>
          <p:nvPr/>
        </p:nvSpPr>
        <p:spPr>
          <a:xfrm>
            <a:off x="9296774" y="2574370"/>
            <a:ext cx="1595175" cy="60865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Carbon Strategy Lead Specialist SEC AT OFFC 179155</a:t>
            </a:r>
          </a:p>
          <a:p>
            <a:pPr algn="ctr"/>
            <a:r>
              <a:rPr lang="en-US" sz="800" dirty="0" err="1">
                <a:solidFill>
                  <a:srgbClr val="0070C0"/>
                </a:solidFill>
              </a:rPr>
              <a:t>K.Oosterloo</a:t>
            </a:r>
            <a:endParaRPr lang="en-US" sz="800" dirty="0">
              <a:solidFill>
                <a:srgbClr val="0070C0"/>
              </a:solidFill>
            </a:endParaRPr>
          </a:p>
          <a:p>
            <a:pPr algn="ctr"/>
            <a:endParaRPr lang="en-US" sz="800" dirty="0">
              <a:solidFill>
                <a:schemeClr val="tx1"/>
              </a:solidFill>
            </a:endParaRPr>
          </a:p>
          <a:p>
            <a:pPr algn="ctr"/>
            <a:endParaRPr lang="en-US" sz="800" dirty="0">
              <a:solidFill>
                <a:schemeClr val="tx1"/>
              </a:solidFill>
            </a:endParaRPr>
          </a:p>
          <a:p>
            <a:pPr algn="ctr"/>
            <a:endParaRPr lang="en-US" sz="800" b="1" dirty="0">
              <a:solidFill>
                <a:schemeClr val="tx1"/>
              </a:solidFill>
            </a:endParaRPr>
          </a:p>
        </p:txBody>
      </p:sp>
      <p:cxnSp>
        <p:nvCxnSpPr>
          <p:cNvPr id="55" name="Connector: Elbow 54">
            <a:extLst>
              <a:ext uri="{FF2B5EF4-FFF2-40B4-BE49-F238E27FC236}">
                <a16:creationId xmlns:a16="http://schemas.microsoft.com/office/drawing/2014/main" id="{1AD181E8-380E-3C1E-4AA5-055B024DB88A}"/>
              </a:ext>
            </a:extLst>
          </p:cNvPr>
          <p:cNvCxnSpPr>
            <a:cxnSpLocks/>
            <a:stCxn id="237" idx="2"/>
            <a:endCxn id="16" idx="0"/>
          </p:cNvCxnSpPr>
          <p:nvPr/>
        </p:nvCxnSpPr>
        <p:spPr>
          <a:xfrm rot="5400000">
            <a:off x="2099286" y="1428907"/>
            <a:ext cx="417634" cy="1630689"/>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3F798EB5-EF69-35FE-53A2-626C36094555}"/>
              </a:ext>
            </a:extLst>
          </p:cNvPr>
          <p:cNvCxnSpPr>
            <a:cxnSpLocks/>
          </p:cNvCxnSpPr>
          <p:nvPr/>
        </p:nvCxnSpPr>
        <p:spPr>
          <a:xfrm rot="16200000" flipV="1">
            <a:off x="7877033" y="-602602"/>
            <a:ext cx="474046" cy="3752953"/>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D6D7ECF-6939-C47B-C8D5-667861DAF2A4}"/>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19</a:t>
            </a:r>
          </a:p>
        </p:txBody>
      </p:sp>
      <p:sp>
        <p:nvSpPr>
          <p:cNvPr id="45" name="Rectangle 44">
            <a:extLst>
              <a:ext uri="{FF2B5EF4-FFF2-40B4-BE49-F238E27FC236}">
                <a16:creationId xmlns:a16="http://schemas.microsoft.com/office/drawing/2014/main" id="{EEE5F2CB-1464-3E69-38C9-8AC9E2E81E77}"/>
              </a:ext>
            </a:extLst>
          </p:cNvPr>
          <p:cNvSpPr/>
          <p:nvPr/>
        </p:nvSpPr>
        <p:spPr>
          <a:xfrm>
            <a:off x="9310491" y="3321649"/>
            <a:ext cx="1595174" cy="45145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GHG and Air Emissions Lead DHK AT OFFC 178250</a:t>
            </a:r>
          </a:p>
          <a:p>
            <a:pPr algn="ctr"/>
            <a:r>
              <a:rPr lang="en-US" sz="800" dirty="0" err="1">
                <a:solidFill>
                  <a:srgbClr val="0070C0"/>
                </a:solidFill>
              </a:rPr>
              <a:t>D.Zhalgabay</a:t>
            </a:r>
            <a:endParaRPr lang="en-US" sz="800" dirty="0">
              <a:solidFill>
                <a:srgbClr val="0070C0"/>
              </a:solidFill>
            </a:endParaRPr>
          </a:p>
        </p:txBody>
      </p:sp>
      <p:cxnSp>
        <p:nvCxnSpPr>
          <p:cNvPr id="56" name="Connector: Elbow 55">
            <a:extLst>
              <a:ext uri="{FF2B5EF4-FFF2-40B4-BE49-F238E27FC236}">
                <a16:creationId xmlns:a16="http://schemas.microsoft.com/office/drawing/2014/main" id="{CA12579C-2501-9B3E-8D66-A587C6E96CAF}"/>
              </a:ext>
            </a:extLst>
          </p:cNvPr>
          <p:cNvCxnSpPr>
            <a:cxnSpLocks/>
            <a:endCxn id="45" idx="1"/>
          </p:cNvCxnSpPr>
          <p:nvPr/>
        </p:nvCxnSpPr>
        <p:spPr>
          <a:xfrm rot="16200000" flipH="1">
            <a:off x="8673162" y="2910045"/>
            <a:ext cx="1225465" cy="4919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6910D9D5-015B-99E8-A159-DE13FD46F34D}"/>
              </a:ext>
            </a:extLst>
          </p:cNvPr>
          <p:cNvCxnSpPr>
            <a:cxnSpLocks/>
          </p:cNvCxnSpPr>
          <p:nvPr/>
        </p:nvCxnSpPr>
        <p:spPr>
          <a:xfrm rot="16200000" flipH="1">
            <a:off x="8920483" y="2540916"/>
            <a:ext cx="730822" cy="4919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7" name="Connector: Elbow 86">
            <a:extLst>
              <a:ext uri="{FF2B5EF4-FFF2-40B4-BE49-F238E27FC236}">
                <a16:creationId xmlns:a16="http://schemas.microsoft.com/office/drawing/2014/main" id="{1DEEF50D-0C81-D19E-824C-C0DBA3E8C033}"/>
              </a:ext>
            </a:extLst>
          </p:cNvPr>
          <p:cNvCxnSpPr>
            <a:cxnSpLocks/>
          </p:cNvCxnSpPr>
          <p:nvPr/>
        </p:nvCxnSpPr>
        <p:spPr>
          <a:xfrm rot="16200000" flipH="1">
            <a:off x="5918299" y="4868743"/>
            <a:ext cx="918884" cy="9728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106" name="Rectangle 105">
            <a:extLst>
              <a:ext uri="{FF2B5EF4-FFF2-40B4-BE49-F238E27FC236}">
                <a16:creationId xmlns:a16="http://schemas.microsoft.com/office/drawing/2014/main" id="{F8644A47-4C9A-A75E-FA44-C9C72259C40D}"/>
              </a:ext>
            </a:extLst>
          </p:cNvPr>
          <p:cNvSpPr/>
          <p:nvPr/>
        </p:nvSpPr>
        <p:spPr>
          <a:xfrm>
            <a:off x="2346667" y="2453067"/>
            <a:ext cx="1500743" cy="61585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Waste &amp; Effluent Management Lead</a:t>
            </a:r>
          </a:p>
          <a:p>
            <a:pPr algn="ctr"/>
            <a:r>
              <a:rPr lang="en-US" sz="800" dirty="0">
                <a:solidFill>
                  <a:schemeClr val="tx1"/>
                </a:solidFill>
              </a:rPr>
              <a:t>DHK AT OFFC 178247</a:t>
            </a:r>
          </a:p>
          <a:p>
            <a:pPr algn="ctr"/>
            <a:r>
              <a:rPr lang="en-US" sz="800" dirty="0" err="1">
                <a:solidFill>
                  <a:srgbClr val="0070C0"/>
                </a:solidFill>
              </a:rPr>
              <a:t>D.Gabassov</a:t>
            </a:r>
            <a:endParaRPr lang="en-US" sz="800" dirty="0">
              <a:solidFill>
                <a:srgbClr val="0070C0"/>
              </a:solidFill>
            </a:endParaRPr>
          </a:p>
          <a:p>
            <a:pPr algn="ctr"/>
            <a:endParaRPr lang="en-US" sz="800" b="1" dirty="0">
              <a:solidFill>
                <a:schemeClr val="tx1"/>
              </a:solidFill>
            </a:endParaRPr>
          </a:p>
        </p:txBody>
      </p:sp>
      <p:sp>
        <p:nvSpPr>
          <p:cNvPr id="107" name="Rectangle 106">
            <a:extLst>
              <a:ext uri="{FF2B5EF4-FFF2-40B4-BE49-F238E27FC236}">
                <a16:creationId xmlns:a16="http://schemas.microsoft.com/office/drawing/2014/main" id="{60928B4D-90AA-80B9-9D47-A0C32FEF56BF}"/>
              </a:ext>
            </a:extLst>
          </p:cNvPr>
          <p:cNvSpPr/>
          <p:nvPr/>
        </p:nvSpPr>
        <p:spPr>
          <a:xfrm>
            <a:off x="5941913" y="1476448"/>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Team Lead </a:t>
            </a:r>
          </a:p>
          <a:p>
            <a:pPr algn="ctr"/>
            <a:r>
              <a:rPr lang="en-US" sz="800" dirty="0">
                <a:solidFill>
                  <a:schemeClr val="tx1"/>
                </a:solidFill>
              </a:rPr>
              <a:t>DHK AT OFFC 178431 </a:t>
            </a:r>
          </a:p>
          <a:p>
            <a:pPr algn="ctr"/>
            <a:r>
              <a:rPr lang="en-US" sz="800" dirty="0">
                <a:solidFill>
                  <a:srgbClr val="2ABDF2"/>
                </a:solidFill>
              </a:rPr>
              <a:t>Ukhov, Sergey</a:t>
            </a:r>
          </a:p>
        </p:txBody>
      </p:sp>
      <p:sp>
        <p:nvSpPr>
          <p:cNvPr id="108" name="Rectangle 107">
            <a:extLst>
              <a:ext uri="{FF2B5EF4-FFF2-40B4-BE49-F238E27FC236}">
                <a16:creationId xmlns:a16="http://schemas.microsoft.com/office/drawing/2014/main" id="{B544A9E9-E5A2-4025-404A-F925944FE1F6}"/>
              </a:ext>
            </a:extLst>
          </p:cNvPr>
          <p:cNvSpPr/>
          <p:nvPr/>
        </p:nvSpPr>
        <p:spPr>
          <a:xfrm>
            <a:off x="3976933" y="2506017"/>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Projects &amp; Permitting Team Lead </a:t>
            </a:r>
          </a:p>
          <a:p>
            <a:pPr algn="ctr"/>
            <a:r>
              <a:rPr lang="en-US" sz="800" dirty="0">
                <a:solidFill>
                  <a:schemeClr val="tx1"/>
                </a:solidFill>
              </a:rPr>
              <a:t>DHK AT OFFC 178248</a:t>
            </a:r>
          </a:p>
          <a:p>
            <a:pPr algn="ctr"/>
            <a:r>
              <a:rPr lang="en-US" sz="800" err="1">
                <a:solidFill>
                  <a:srgbClr val="0070C0"/>
                </a:solidFill>
              </a:rPr>
              <a:t>Zh</a:t>
            </a:r>
            <a:r>
              <a:rPr lang="en-US" sz="800">
                <a:solidFill>
                  <a:srgbClr val="0070C0"/>
                </a:solidFill>
              </a:rPr>
              <a:t>. Kozhan</a:t>
            </a:r>
            <a:endParaRPr lang="en-US" sz="800" dirty="0">
              <a:solidFill>
                <a:srgbClr val="0070C0"/>
              </a:solidFill>
            </a:endParaRPr>
          </a:p>
          <a:p>
            <a:pPr algn="ctr"/>
            <a:endParaRPr lang="en-US" sz="800" b="1" dirty="0">
              <a:solidFill>
                <a:schemeClr val="tx1"/>
              </a:solidFill>
            </a:endParaRPr>
          </a:p>
        </p:txBody>
      </p:sp>
      <p:cxnSp>
        <p:nvCxnSpPr>
          <p:cNvPr id="111" name="Connector: Elbow 110">
            <a:extLst>
              <a:ext uri="{FF2B5EF4-FFF2-40B4-BE49-F238E27FC236}">
                <a16:creationId xmlns:a16="http://schemas.microsoft.com/office/drawing/2014/main" id="{E620C912-8FA5-6CCC-8385-1736FD9723B6}"/>
              </a:ext>
            </a:extLst>
          </p:cNvPr>
          <p:cNvCxnSpPr>
            <a:cxnSpLocks/>
          </p:cNvCxnSpPr>
          <p:nvPr/>
        </p:nvCxnSpPr>
        <p:spPr>
          <a:xfrm>
            <a:off x="3133838" y="2242266"/>
            <a:ext cx="1625868" cy="419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505E7F5C-BC12-302E-7389-B94D1058FA70}"/>
              </a:ext>
            </a:extLst>
          </p:cNvPr>
          <p:cNvCxnSpPr>
            <a:cxnSpLocks/>
          </p:cNvCxnSpPr>
          <p:nvPr/>
        </p:nvCxnSpPr>
        <p:spPr>
          <a:xfrm flipH="1" flipV="1">
            <a:off x="3129747" y="2256894"/>
            <a:ext cx="1" cy="1961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1A1CA621-0861-85FF-2832-3FE63C9B7C1B}"/>
              </a:ext>
            </a:extLst>
          </p:cNvPr>
          <p:cNvCxnSpPr>
            <a:cxnSpLocks/>
          </p:cNvCxnSpPr>
          <p:nvPr/>
        </p:nvCxnSpPr>
        <p:spPr>
          <a:xfrm flipH="1" flipV="1">
            <a:off x="4750741" y="2256894"/>
            <a:ext cx="1" cy="196174"/>
          </a:xfrm>
          <a:prstGeom prst="line">
            <a:avLst/>
          </a:prstGeom>
        </p:spPr>
        <p:style>
          <a:lnRef idx="2">
            <a:schemeClr val="accent1"/>
          </a:lnRef>
          <a:fillRef idx="0">
            <a:schemeClr val="accent1"/>
          </a:fillRef>
          <a:effectRef idx="1">
            <a:schemeClr val="accent1"/>
          </a:effectRef>
          <a:fontRef idx="minor">
            <a:schemeClr val="tx1"/>
          </a:fontRef>
        </p:style>
      </p:cxnSp>
      <p:sp>
        <p:nvSpPr>
          <p:cNvPr id="122" name="Rectangle 121">
            <a:extLst>
              <a:ext uri="{FF2B5EF4-FFF2-40B4-BE49-F238E27FC236}">
                <a16:creationId xmlns:a16="http://schemas.microsoft.com/office/drawing/2014/main" id="{298A4FC3-66CD-9ACE-3F36-F17DCBDE0C72}"/>
              </a:ext>
            </a:extLst>
          </p:cNvPr>
          <p:cNvSpPr/>
          <p:nvPr/>
        </p:nvSpPr>
        <p:spPr>
          <a:xfrm>
            <a:off x="982709" y="3329162"/>
            <a:ext cx="1500743" cy="55017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Compliance and Reporting Specialist </a:t>
            </a:r>
          </a:p>
          <a:p>
            <a:pPr algn="ctr"/>
            <a:r>
              <a:rPr lang="en-US" sz="800" dirty="0">
                <a:solidFill>
                  <a:schemeClr val="tx1"/>
                </a:solidFill>
              </a:rPr>
              <a:t>DHK AT OFFC 179704 </a:t>
            </a:r>
            <a:r>
              <a:rPr lang="en-US" sz="800" dirty="0" err="1">
                <a:solidFill>
                  <a:srgbClr val="0070C0"/>
                </a:solidFill>
              </a:rPr>
              <a:t>A.Tarabrina</a:t>
            </a:r>
            <a:endParaRPr lang="en-US" sz="800" dirty="0">
              <a:solidFill>
                <a:srgbClr val="0070C0"/>
              </a:solidFill>
            </a:endParaRPr>
          </a:p>
          <a:p>
            <a:pPr algn="ctr"/>
            <a:endParaRPr lang="en-US" sz="800" b="1" dirty="0">
              <a:solidFill>
                <a:schemeClr val="tx1"/>
              </a:solidFill>
            </a:endParaRPr>
          </a:p>
        </p:txBody>
      </p:sp>
      <p:sp>
        <p:nvSpPr>
          <p:cNvPr id="123" name="Rectangle 122">
            <a:extLst>
              <a:ext uri="{FF2B5EF4-FFF2-40B4-BE49-F238E27FC236}">
                <a16:creationId xmlns:a16="http://schemas.microsoft.com/office/drawing/2014/main" id="{7E8164ED-3724-6A25-5249-E6920C4ABCE4}"/>
              </a:ext>
            </a:extLst>
          </p:cNvPr>
          <p:cNvSpPr/>
          <p:nvPr/>
        </p:nvSpPr>
        <p:spPr>
          <a:xfrm>
            <a:off x="982708" y="4056137"/>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Engineer </a:t>
            </a:r>
          </a:p>
          <a:p>
            <a:pPr algn="ctr"/>
            <a:r>
              <a:rPr lang="en-US" sz="800" dirty="0">
                <a:solidFill>
                  <a:schemeClr val="tx1"/>
                </a:solidFill>
              </a:rPr>
              <a:t>DHK AT OFFC 178278 </a:t>
            </a:r>
            <a:r>
              <a:rPr lang="en-US" sz="800" dirty="0" err="1">
                <a:solidFill>
                  <a:srgbClr val="0070C0"/>
                </a:solidFill>
              </a:rPr>
              <a:t>A.Bazarova</a:t>
            </a:r>
            <a:endParaRPr lang="en-US" sz="800" dirty="0">
              <a:solidFill>
                <a:srgbClr val="0070C0"/>
              </a:solidFill>
            </a:endParaRPr>
          </a:p>
          <a:p>
            <a:pPr algn="ctr"/>
            <a:endParaRPr lang="en-US" sz="800" b="1" dirty="0">
              <a:solidFill>
                <a:schemeClr val="tx1"/>
              </a:solidFill>
            </a:endParaRPr>
          </a:p>
        </p:txBody>
      </p:sp>
      <p:sp>
        <p:nvSpPr>
          <p:cNvPr id="124" name="Rectangle 123">
            <a:extLst>
              <a:ext uri="{FF2B5EF4-FFF2-40B4-BE49-F238E27FC236}">
                <a16:creationId xmlns:a16="http://schemas.microsoft.com/office/drawing/2014/main" id="{F9F99738-B45F-01C5-B52A-D6B58009CD8B}"/>
              </a:ext>
            </a:extLst>
          </p:cNvPr>
          <p:cNvSpPr/>
          <p:nvPr/>
        </p:nvSpPr>
        <p:spPr>
          <a:xfrm>
            <a:off x="982707" y="4783111"/>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Data Management Engineer </a:t>
            </a:r>
          </a:p>
          <a:p>
            <a:pPr algn="ctr"/>
            <a:r>
              <a:rPr lang="en-US" sz="800" dirty="0">
                <a:solidFill>
                  <a:schemeClr val="tx1"/>
                </a:solidFill>
              </a:rPr>
              <a:t>178279 DHK AT OFFC </a:t>
            </a:r>
            <a:r>
              <a:rPr lang="en-US" sz="800" dirty="0" err="1">
                <a:solidFill>
                  <a:srgbClr val="0070C0"/>
                </a:solidFill>
              </a:rPr>
              <a:t>A.Ichshanova</a:t>
            </a:r>
            <a:endParaRPr lang="en-US" sz="800" dirty="0">
              <a:solidFill>
                <a:srgbClr val="0070C0"/>
              </a:solidFill>
            </a:endParaRPr>
          </a:p>
          <a:p>
            <a:pPr algn="ctr"/>
            <a:endParaRPr lang="en-US" sz="800" b="1" dirty="0">
              <a:solidFill>
                <a:schemeClr val="tx1"/>
              </a:solidFill>
            </a:endParaRPr>
          </a:p>
        </p:txBody>
      </p:sp>
      <p:sp>
        <p:nvSpPr>
          <p:cNvPr id="126" name="Rectangle 125">
            <a:extLst>
              <a:ext uri="{FF2B5EF4-FFF2-40B4-BE49-F238E27FC236}">
                <a16:creationId xmlns:a16="http://schemas.microsoft.com/office/drawing/2014/main" id="{7BFAD97F-4F54-707F-9DEA-B5B11D148911}"/>
              </a:ext>
            </a:extLst>
          </p:cNvPr>
          <p:cNvSpPr/>
          <p:nvPr/>
        </p:nvSpPr>
        <p:spPr>
          <a:xfrm>
            <a:off x="4242192" y="3358852"/>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179157</a:t>
            </a:r>
          </a:p>
          <a:p>
            <a:pPr algn="ctr"/>
            <a:r>
              <a:rPr lang="en-US" sz="800" dirty="0" err="1">
                <a:solidFill>
                  <a:srgbClr val="0070C0"/>
                </a:solidFill>
              </a:rPr>
              <a:t>N.Alpan</a:t>
            </a:r>
            <a:endParaRPr lang="en-US" sz="800" dirty="0">
              <a:solidFill>
                <a:srgbClr val="0070C0"/>
              </a:solidFill>
            </a:endParaRPr>
          </a:p>
          <a:p>
            <a:pPr algn="ctr"/>
            <a:endParaRPr lang="en-US" sz="800" b="1" dirty="0">
              <a:solidFill>
                <a:schemeClr val="tx1"/>
              </a:solidFill>
            </a:endParaRPr>
          </a:p>
        </p:txBody>
      </p:sp>
      <p:sp>
        <p:nvSpPr>
          <p:cNvPr id="192" name="Rectangle 191">
            <a:extLst>
              <a:ext uri="{FF2B5EF4-FFF2-40B4-BE49-F238E27FC236}">
                <a16:creationId xmlns:a16="http://schemas.microsoft.com/office/drawing/2014/main" id="{56A069DD-556F-B555-1A0C-D95A7D9D0D1C}"/>
              </a:ext>
            </a:extLst>
          </p:cNvPr>
          <p:cNvSpPr/>
          <p:nvPr/>
        </p:nvSpPr>
        <p:spPr>
          <a:xfrm>
            <a:off x="4248831" y="3961570"/>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COK/DHK AT OFFC 178254 </a:t>
            </a:r>
            <a:r>
              <a:rPr lang="en-US" sz="800" dirty="0" err="1">
                <a:solidFill>
                  <a:srgbClr val="0070C0"/>
                </a:solidFill>
              </a:rPr>
              <a:t>Y.Khairulla</a:t>
            </a:r>
            <a:r>
              <a:rPr lang="en-US" sz="800" dirty="0">
                <a:solidFill>
                  <a:srgbClr val="0070C0"/>
                </a:solidFill>
              </a:rPr>
              <a:t>/</a:t>
            </a:r>
            <a:r>
              <a:rPr lang="en-US" sz="800" dirty="0" err="1">
                <a:solidFill>
                  <a:srgbClr val="0070C0"/>
                </a:solidFill>
              </a:rPr>
              <a:t>G.Moldagaziyeva</a:t>
            </a:r>
            <a:endParaRPr lang="en-US" sz="800" dirty="0">
              <a:solidFill>
                <a:srgbClr val="0070C0"/>
              </a:solidFill>
            </a:endParaRPr>
          </a:p>
          <a:p>
            <a:pPr algn="ctr"/>
            <a:endParaRPr lang="en-US" sz="800" b="1" dirty="0">
              <a:solidFill>
                <a:schemeClr val="tx1"/>
              </a:solidFill>
            </a:endParaRPr>
          </a:p>
        </p:txBody>
      </p:sp>
      <p:cxnSp>
        <p:nvCxnSpPr>
          <p:cNvPr id="194" name="Connector: Elbow 193">
            <a:extLst>
              <a:ext uri="{FF2B5EF4-FFF2-40B4-BE49-F238E27FC236}">
                <a16:creationId xmlns:a16="http://schemas.microsoft.com/office/drawing/2014/main" id="{BD8184D5-A506-8BA8-F14A-F31A012A069F}"/>
              </a:ext>
            </a:extLst>
          </p:cNvPr>
          <p:cNvCxnSpPr>
            <a:cxnSpLocks/>
          </p:cNvCxnSpPr>
          <p:nvPr/>
        </p:nvCxnSpPr>
        <p:spPr>
          <a:xfrm rot="16200000" flipH="1">
            <a:off x="657902" y="3282529"/>
            <a:ext cx="520486" cy="111197"/>
          </a:xfrm>
          <a:prstGeom prst="bentConnector3">
            <a:avLst>
              <a:gd name="adj1" fmla="val 99949"/>
            </a:avLst>
          </a:prstGeom>
        </p:spPr>
        <p:style>
          <a:lnRef idx="2">
            <a:schemeClr val="accent1"/>
          </a:lnRef>
          <a:fillRef idx="0">
            <a:schemeClr val="accent1"/>
          </a:fillRef>
          <a:effectRef idx="1">
            <a:schemeClr val="accent1"/>
          </a:effectRef>
          <a:fontRef idx="minor">
            <a:schemeClr val="tx1"/>
          </a:fontRef>
        </p:style>
      </p:cxnSp>
      <p:cxnSp>
        <p:nvCxnSpPr>
          <p:cNvPr id="196" name="Connector: Elbow 195">
            <a:extLst>
              <a:ext uri="{FF2B5EF4-FFF2-40B4-BE49-F238E27FC236}">
                <a16:creationId xmlns:a16="http://schemas.microsoft.com/office/drawing/2014/main" id="{DEFCFF09-CC0A-D5CE-C1E8-C60A4AD09FEC}"/>
              </a:ext>
            </a:extLst>
          </p:cNvPr>
          <p:cNvCxnSpPr>
            <a:cxnSpLocks/>
            <a:endCxn id="123" idx="1"/>
          </p:cNvCxnSpPr>
          <p:nvPr/>
        </p:nvCxnSpPr>
        <p:spPr>
          <a:xfrm rot="16200000" flipH="1">
            <a:off x="532733" y="3866405"/>
            <a:ext cx="779790" cy="1201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98" name="Connector: Elbow 197">
            <a:extLst>
              <a:ext uri="{FF2B5EF4-FFF2-40B4-BE49-F238E27FC236}">
                <a16:creationId xmlns:a16="http://schemas.microsoft.com/office/drawing/2014/main" id="{CFE92A91-DA18-2B21-43BF-0B6DA987C9E7}"/>
              </a:ext>
            </a:extLst>
          </p:cNvPr>
          <p:cNvCxnSpPr>
            <a:cxnSpLocks/>
            <a:endCxn id="124" idx="1"/>
          </p:cNvCxnSpPr>
          <p:nvPr/>
        </p:nvCxnSpPr>
        <p:spPr>
          <a:xfrm rot="16200000" flipH="1">
            <a:off x="545936" y="4606583"/>
            <a:ext cx="753382" cy="1201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0" name="Connector: Elbow 199">
            <a:extLst>
              <a:ext uri="{FF2B5EF4-FFF2-40B4-BE49-F238E27FC236}">
                <a16:creationId xmlns:a16="http://schemas.microsoft.com/office/drawing/2014/main" id="{A8DBE644-460F-D2AF-7439-DBB67366705F}"/>
              </a:ext>
            </a:extLst>
          </p:cNvPr>
          <p:cNvCxnSpPr>
            <a:cxnSpLocks/>
            <a:endCxn id="15" idx="1"/>
          </p:cNvCxnSpPr>
          <p:nvPr/>
        </p:nvCxnSpPr>
        <p:spPr>
          <a:xfrm rot="16200000" flipH="1">
            <a:off x="6113463" y="2219299"/>
            <a:ext cx="566162" cy="13658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2" name="Connector: Elbow 201">
            <a:extLst>
              <a:ext uri="{FF2B5EF4-FFF2-40B4-BE49-F238E27FC236}">
                <a16:creationId xmlns:a16="http://schemas.microsoft.com/office/drawing/2014/main" id="{923ABDC1-242E-279F-4477-DE8BAADDB9AF}"/>
              </a:ext>
            </a:extLst>
          </p:cNvPr>
          <p:cNvCxnSpPr>
            <a:cxnSpLocks/>
            <a:endCxn id="126" idx="1"/>
          </p:cNvCxnSpPr>
          <p:nvPr/>
        </p:nvCxnSpPr>
        <p:spPr>
          <a:xfrm rot="16200000" flipH="1">
            <a:off x="3878457" y="3255360"/>
            <a:ext cx="598502" cy="12896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04" name="Connector: Elbow 203">
            <a:extLst>
              <a:ext uri="{FF2B5EF4-FFF2-40B4-BE49-F238E27FC236}">
                <a16:creationId xmlns:a16="http://schemas.microsoft.com/office/drawing/2014/main" id="{BC8A82EA-04A8-3D1F-4DE9-95C0A4EDDEE2}"/>
              </a:ext>
            </a:extLst>
          </p:cNvPr>
          <p:cNvCxnSpPr>
            <a:cxnSpLocks/>
          </p:cNvCxnSpPr>
          <p:nvPr/>
        </p:nvCxnSpPr>
        <p:spPr>
          <a:xfrm rot="16200000" flipH="1">
            <a:off x="3833606" y="3888470"/>
            <a:ext cx="688896" cy="12827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72BFC87-876B-87E1-FA35-943EBFA6024D}"/>
              </a:ext>
            </a:extLst>
          </p:cNvPr>
          <p:cNvCxnSpPr>
            <a:cxnSpLocks/>
          </p:cNvCxnSpPr>
          <p:nvPr/>
        </p:nvCxnSpPr>
        <p:spPr>
          <a:xfrm flipH="1" flipV="1">
            <a:off x="6533245" y="1272673"/>
            <a:ext cx="1" cy="196174"/>
          </a:xfrm>
          <a:prstGeom prst="line">
            <a:avLst/>
          </a:prstGeom>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90E0880-0058-4C6E-03DC-93C593CE38B1}"/>
              </a:ext>
            </a:extLst>
          </p:cNvPr>
          <p:cNvSpPr/>
          <p:nvPr/>
        </p:nvSpPr>
        <p:spPr>
          <a:xfrm>
            <a:off x="6464837" y="2310430"/>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COK/DHK AT OFFC 107564 </a:t>
            </a:r>
            <a:r>
              <a:rPr lang="en-US" sz="800" dirty="0" err="1">
                <a:solidFill>
                  <a:srgbClr val="0070C0"/>
                </a:solidFill>
              </a:rPr>
              <a:t>Z.Zhumasheva</a:t>
            </a:r>
            <a:endParaRPr lang="en-US" sz="800" dirty="0">
              <a:solidFill>
                <a:srgbClr val="0070C0"/>
              </a:solidFill>
            </a:endParaRPr>
          </a:p>
          <a:p>
            <a:pPr algn="ctr"/>
            <a:r>
              <a:rPr lang="en-US" sz="800" dirty="0">
                <a:solidFill>
                  <a:schemeClr val="tx1"/>
                </a:solidFill>
              </a:rPr>
              <a:t>(</a:t>
            </a:r>
            <a:r>
              <a:rPr lang="en-US" sz="800" dirty="0" err="1">
                <a:solidFill>
                  <a:srgbClr val="0070C0"/>
                </a:solidFill>
              </a:rPr>
              <a:t>A.Sugurbayev</a:t>
            </a:r>
            <a:r>
              <a:rPr lang="en-US" sz="800" dirty="0">
                <a:solidFill>
                  <a:schemeClr val="tx1"/>
                </a:solidFill>
              </a:rPr>
              <a:t> PL)</a:t>
            </a:r>
          </a:p>
        </p:txBody>
      </p:sp>
      <p:sp>
        <p:nvSpPr>
          <p:cNvPr id="17" name="Rectangle 16">
            <a:extLst>
              <a:ext uri="{FF2B5EF4-FFF2-40B4-BE49-F238E27FC236}">
                <a16:creationId xmlns:a16="http://schemas.microsoft.com/office/drawing/2014/main" id="{43E195D0-DEBD-410C-D552-0E6CDADF0023}"/>
              </a:ext>
            </a:extLst>
          </p:cNvPr>
          <p:cNvSpPr/>
          <p:nvPr/>
        </p:nvSpPr>
        <p:spPr>
          <a:xfrm>
            <a:off x="6464834" y="2988388"/>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178446 </a:t>
            </a:r>
            <a:r>
              <a:rPr lang="en-US" sz="800" dirty="0" err="1">
                <a:solidFill>
                  <a:srgbClr val="0070C0"/>
                </a:solidFill>
              </a:rPr>
              <a:t>D.Bissengaliyeva</a:t>
            </a:r>
            <a:endParaRPr lang="en-US" sz="800" dirty="0">
              <a:solidFill>
                <a:srgbClr val="0070C0"/>
              </a:solidFill>
            </a:endParaRPr>
          </a:p>
        </p:txBody>
      </p:sp>
      <p:sp>
        <p:nvSpPr>
          <p:cNvPr id="21" name="Rectangle 20">
            <a:extLst>
              <a:ext uri="{FF2B5EF4-FFF2-40B4-BE49-F238E27FC236}">
                <a16:creationId xmlns:a16="http://schemas.microsoft.com/office/drawing/2014/main" id="{B9E1CFBF-D529-1F9F-9ABB-105D263C6193}"/>
              </a:ext>
            </a:extLst>
          </p:cNvPr>
          <p:cNvSpPr/>
          <p:nvPr/>
        </p:nvSpPr>
        <p:spPr>
          <a:xfrm>
            <a:off x="6464833" y="3666346"/>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178445 </a:t>
            </a:r>
            <a:r>
              <a:rPr lang="en-US" sz="800" dirty="0" err="1">
                <a:solidFill>
                  <a:srgbClr val="0070C0"/>
                </a:solidFill>
              </a:rPr>
              <a:t>R.Yermekbayeva</a:t>
            </a:r>
            <a:endParaRPr lang="en-US" sz="800" dirty="0">
              <a:solidFill>
                <a:srgbClr val="0070C0"/>
              </a:solidFill>
            </a:endParaRPr>
          </a:p>
          <a:p>
            <a:pPr algn="ctr"/>
            <a:endParaRPr lang="en-US" sz="800" b="1" dirty="0">
              <a:solidFill>
                <a:schemeClr val="tx1"/>
              </a:solidFill>
            </a:endParaRPr>
          </a:p>
        </p:txBody>
      </p:sp>
      <p:cxnSp>
        <p:nvCxnSpPr>
          <p:cNvPr id="23" name="Connector: Elbow 22">
            <a:extLst>
              <a:ext uri="{FF2B5EF4-FFF2-40B4-BE49-F238E27FC236}">
                <a16:creationId xmlns:a16="http://schemas.microsoft.com/office/drawing/2014/main" id="{138F2CF1-A9D4-9CB3-DC41-5EAEB804DBFF}"/>
              </a:ext>
            </a:extLst>
          </p:cNvPr>
          <p:cNvCxnSpPr>
            <a:cxnSpLocks/>
          </p:cNvCxnSpPr>
          <p:nvPr/>
        </p:nvCxnSpPr>
        <p:spPr>
          <a:xfrm rot="16200000" flipH="1">
            <a:off x="5689910" y="3142701"/>
            <a:ext cx="1420572" cy="14720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B868C7D5-FA5B-049E-6C1B-AAC9E0BBFAC1}"/>
              </a:ext>
            </a:extLst>
          </p:cNvPr>
          <p:cNvCxnSpPr>
            <a:cxnSpLocks/>
          </p:cNvCxnSpPr>
          <p:nvPr/>
        </p:nvCxnSpPr>
        <p:spPr>
          <a:xfrm rot="16200000" flipH="1">
            <a:off x="6113463" y="2892745"/>
            <a:ext cx="566162" cy="13658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341EBA5A-1B99-0135-E80E-60D51C7ABCA2}"/>
              </a:ext>
            </a:extLst>
          </p:cNvPr>
          <p:cNvSpPr/>
          <p:nvPr/>
        </p:nvSpPr>
        <p:spPr>
          <a:xfrm>
            <a:off x="6458191" y="4325738"/>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Monitoring Lead Engineer DHK AT OFFC 179705 </a:t>
            </a:r>
          </a:p>
          <a:p>
            <a:pPr algn="ctr"/>
            <a:r>
              <a:rPr lang="en-US" sz="800" dirty="0">
                <a:solidFill>
                  <a:schemeClr val="tx1"/>
                </a:solidFill>
              </a:rPr>
              <a:t> </a:t>
            </a:r>
            <a:r>
              <a:rPr lang="en-US" sz="800">
                <a:solidFill>
                  <a:srgbClr val="0070C0"/>
                </a:solidFill>
              </a:rPr>
              <a:t>S. Yerbulekov</a:t>
            </a:r>
            <a:endParaRPr lang="en-US" sz="800" dirty="0">
              <a:solidFill>
                <a:srgbClr val="0070C0"/>
              </a:solidFill>
            </a:endParaRPr>
          </a:p>
          <a:p>
            <a:pPr algn="ctr"/>
            <a:endParaRPr lang="en-US" sz="800" dirty="0">
              <a:solidFill>
                <a:srgbClr val="2ABDF2"/>
              </a:solidFill>
            </a:endParaRPr>
          </a:p>
          <a:p>
            <a:pPr algn="ctr"/>
            <a:endParaRPr lang="en-US" sz="800" b="1" dirty="0">
              <a:solidFill>
                <a:schemeClr val="tx1"/>
              </a:solidFill>
            </a:endParaRPr>
          </a:p>
        </p:txBody>
      </p:sp>
      <p:cxnSp>
        <p:nvCxnSpPr>
          <p:cNvPr id="29" name="Connector: Elbow 28">
            <a:extLst>
              <a:ext uri="{FF2B5EF4-FFF2-40B4-BE49-F238E27FC236}">
                <a16:creationId xmlns:a16="http://schemas.microsoft.com/office/drawing/2014/main" id="{86B99B32-550F-D89E-569B-025E6A2AB4ED}"/>
              </a:ext>
            </a:extLst>
          </p:cNvPr>
          <p:cNvCxnSpPr>
            <a:cxnSpLocks/>
            <a:endCxn id="28" idx="1"/>
          </p:cNvCxnSpPr>
          <p:nvPr/>
        </p:nvCxnSpPr>
        <p:spPr>
          <a:xfrm rot="16200000" flipH="1">
            <a:off x="5709500" y="3837290"/>
            <a:ext cx="1372466" cy="12491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EA5B008B-19A8-4E1D-516F-A3546BA8F364}"/>
              </a:ext>
            </a:extLst>
          </p:cNvPr>
          <p:cNvCxnSpPr>
            <a:cxnSpLocks/>
          </p:cNvCxnSpPr>
          <p:nvPr/>
        </p:nvCxnSpPr>
        <p:spPr>
          <a:xfrm rot="10800000" flipV="1">
            <a:off x="3133838" y="1282601"/>
            <a:ext cx="3192756" cy="194947"/>
          </a:xfrm>
          <a:prstGeom prst="bentConnector3">
            <a:avLst>
              <a:gd name="adj1" fmla="val 100260"/>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C7BDE1C0-652E-2CDD-B54E-5B3EB24E6AAE}"/>
              </a:ext>
            </a:extLst>
          </p:cNvPr>
          <p:cNvSpPr/>
          <p:nvPr/>
        </p:nvSpPr>
        <p:spPr>
          <a:xfrm>
            <a:off x="4242189" y="4585981"/>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Projects Engineer</a:t>
            </a:r>
          </a:p>
          <a:p>
            <a:pPr algn="ctr"/>
            <a:r>
              <a:rPr lang="en-US" sz="800" dirty="0">
                <a:solidFill>
                  <a:schemeClr val="tx1"/>
                </a:solidFill>
              </a:rPr>
              <a:t>DHK AT OFFC 179709</a:t>
            </a:r>
          </a:p>
          <a:p>
            <a:pPr algn="ctr"/>
            <a:r>
              <a:rPr lang="en-US" sz="800" dirty="0">
                <a:solidFill>
                  <a:srgbClr val="0070C0"/>
                </a:solidFill>
              </a:rPr>
              <a:t>Vacancy</a:t>
            </a:r>
          </a:p>
          <a:p>
            <a:pPr algn="ctr"/>
            <a:endParaRPr lang="en-US" sz="800" b="1" dirty="0">
              <a:solidFill>
                <a:schemeClr val="tx1"/>
              </a:solidFill>
            </a:endParaRPr>
          </a:p>
        </p:txBody>
      </p:sp>
      <p:sp>
        <p:nvSpPr>
          <p:cNvPr id="6" name="Rectangle 5">
            <a:extLst>
              <a:ext uri="{FF2B5EF4-FFF2-40B4-BE49-F238E27FC236}">
                <a16:creationId xmlns:a16="http://schemas.microsoft.com/office/drawing/2014/main" id="{7A82ADC8-DDA9-DF5F-7A35-3189292E4CF8}"/>
              </a:ext>
            </a:extLst>
          </p:cNvPr>
          <p:cNvSpPr/>
          <p:nvPr/>
        </p:nvSpPr>
        <p:spPr>
          <a:xfrm>
            <a:off x="6464833" y="5664774"/>
            <a:ext cx="1500743" cy="5204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Environmental Engineer </a:t>
            </a:r>
          </a:p>
          <a:p>
            <a:pPr algn="ctr"/>
            <a:r>
              <a:rPr lang="en-US" sz="800" dirty="0">
                <a:solidFill>
                  <a:schemeClr val="tx1"/>
                </a:solidFill>
              </a:rPr>
              <a:t>DHK AT OFFC 107888 </a:t>
            </a:r>
            <a:endParaRPr lang="en-US" sz="800" dirty="0">
              <a:solidFill>
                <a:srgbClr val="2ABDF2"/>
              </a:solidFill>
            </a:endParaRPr>
          </a:p>
          <a:p>
            <a:pPr algn="ctr"/>
            <a:r>
              <a:rPr lang="en-US" sz="800" dirty="0">
                <a:solidFill>
                  <a:srgbClr val="0070C0"/>
                </a:solidFill>
              </a:rPr>
              <a:t>M.Kadeyeva</a:t>
            </a:r>
          </a:p>
          <a:p>
            <a:pPr algn="ctr"/>
            <a:endParaRPr lang="en-US" sz="800" b="1" dirty="0">
              <a:solidFill>
                <a:schemeClr val="tx1"/>
              </a:solidFill>
            </a:endParaRPr>
          </a:p>
        </p:txBody>
      </p:sp>
      <p:cxnSp>
        <p:nvCxnSpPr>
          <p:cNvPr id="7" name="Connector: Elbow 6">
            <a:extLst>
              <a:ext uri="{FF2B5EF4-FFF2-40B4-BE49-F238E27FC236}">
                <a16:creationId xmlns:a16="http://schemas.microsoft.com/office/drawing/2014/main" id="{F6074932-9DF3-73C5-2A37-26924EF3DA9A}"/>
              </a:ext>
            </a:extLst>
          </p:cNvPr>
          <p:cNvCxnSpPr>
            <a:cxnSpLocks/>
          </p:cNvCxnSpPr>
          <p:nvPr/>
        </p:nvCxnSpPr>
        <p:spPr>
          <a:xfrm rot="16200000" flipH="1">
            <a:off x="5709499" y="5208891"/>
            <a:ext cx="1372466" cy="124916"/>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1428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9B03-F394-F982-EA45-E02F9C722890}"/>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C911E8C7-1D38-4F3B-67AC-5E409E3455DE}"/>
              </a:ext>
            </a:extLst>
          </p:cNvPr>
          <p:cNvSpPr>
            <a:spLocks noGrp="1"/>
          </p:cNvSpPr>
          <p:nvPr>
            <p:ph type="body" sz="quarter" idx="10"/>
          </p:nvPr>
        </p:nvSpPr>
        <p:spPr>
          <a:xfrm>
            <a:off x="49951" y="206957"/>
            <a:ext cx="4598376" cy="339661"/>
          </a:xfrm>
        </p:spPr>
        <p:txBody>
          <a:bodyPr>
            <a:normAutofit/>
          </a:bodyPr>
          <a:lstStyle/>
          <a:p>
            <a:r>
              <a:rPr lang="en-US" sz="1800" dirty="0"/>
              <a:t>HSSE Center of Excellence</a:t>
            </a:r>
          </a:p>
        </p:txBody>
      </p:sp>
      <p:sp>
        <p:nvSpPr>
          <p:cNvPr id="163" name="Rectangle 162">
            <a:extLst>
              <a:ext uri="{FF2B5EF4-FFF2-40B4-BE49-F238E27FC236}">
                <a16:creationId xmlns:a16="http://schemas.microsoft.com/office/drawing/2014/main" id="{695BEF94-4BF8-59E3-3900-C44C98A420C5}"/>
              </a:ext>
            </a:extLst>
          </p:cNvPr>
          <p:cNvSpPr/>
          <p:nvPr/>
        </p:nvSpPr>
        <p:spPr>
          <a:xfrm>
            <a:off x="5291132" y="178810"/>
            <a:ext cx="1680702" cy="54388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Center of Excellence Manager SEC EXP OFFC 177763 </a:t>
            </a:r>
          </a:p>
          <a:p>
            <a:pPr algn="ctr"/>
            <a:r>
              <a:rPr lang="en-US" sz="800" dirty="0">
                <a:solidFill>
                  <a:srgbClr val="0070C0"/>
                </a:solidFill>
              </a:rPr>
              <a:t>A.</a:t>
            </a:r>
            <a:r>
              <a:rPr lang="en-US" sz="800">
                <a:solidFill>
                  <a:srgbClr val="0070C0"/>
                </a:solidFill>
              </a:rPr>
              <a:t>J. Wharton</a:t>
            </a:r>
            <a:endParaRPr lang="en-US" sz="800" dirty="0">
              <a:solidFill>
                <a:srgbClr val="0070C0"/>
              </a:solidFill>
            </a:endParaRPr>
          </a:p>
          <a:p>
            <a:pPr algn="ctr"/>
            <a:endParaRPr lang="en-US" sz="800" b="1" dirty="0">
              <a:solidFill>
                <a:srgbClr val="FF0000"/>
              </a:solidFill>
            </a:endParaRPr>
          </a:p>
        </p:txBody>
      </p:sp>
      <p:sp>
        <p:nvSpPr>
          <p:cNvPr id="44" name="Rectangle 43">
            <a:extLst>
              <a:ext uri="{FF2B5EF4-FFF2-40B4-BE49-F238E27FC236}">
                <a16:creationId xmlns:a16="http://schemas.microsoft.com/office/drawing/2014/main" id="{130A2BCA-1FDC-CC2A-866E-F97E4CDB235A}"/>
              </a:ext>
            </a:extLst>
          </p:cNvPr>
          <p:cNvSpPr/>
          <p:nvPr/>
        </p:nvSpPr>
        <p:spPr>
          <a:xfrm>
            <a:off x="8188909" y="1085041"/>
            <a:ext cx="1758431"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Operations &amp; Technical Safety </a:t>
            </a:r>
          </a:p>
          <a:p>
            <a:pPr algn="ctr"/>
            <a:r>
              <a:rPr lang="en-US" sz="800" dirty="0">
                <a:solidFill>
                  <a:schemeClr val="tx1"/>
                </a:solidFill>
              </a:rPr>
              <a:t>SEC AT OFFC 177765 </a:t>
            </a:r>
          </a:p>
          <a:p>
            <a:pPr algn="ctr"/>
            <a:r>
              <a:rPr lang="en-US" sz="800" dirty="0">
                <a:solidFill>
                  <a:srgbClr val="0070C0"/>
                </a:solidFill>
              </a:rPr>
              <a:t>L.A.</a:t>
            </a:r>
            <a:r>
              <a:rPr lang="en-US" sz="800">
                <a:solidFill>
                  <a:srgbClr val="0070C0"/>
                </a:solidFill>
              </a:rPr>
              <a:t>W. Van </a:t>
            </a:r>
            <a:r>
              <a:rPr lang="en-US" sz="800" dirty="0">
                <a:solidFill>
                  <a:srgbClr val="0070C0"/>
                </a:solidFill>
              </a:rPr>
              <a:t>Ham</a:t>
            </a:r>
          </a:p>
          <a:p>
            <a:pPr algn="ctr"/>
            <a:endParaRPr lang="en-US" sz="800" b="1" dirty="0">
              <a:solidFill>
                <a:schemeClr val="tx1"/>
              </a:solidFill>
            </a:endParaRPr>
          </a:p>
        </p:txBody>
      </p:sp>
      <p:sp>
        <p:nvSpPr>
          <p:cNvPr id="45" name="Rectangle 44">
            <a:extLst>
              <a:ext uri="{FF2B5EF4-FFF2-40B4-BE49-F238E27FC236}">
                <a16:creationId xmlns:a16="http://schemas.microsoft.com/office/drawing/2014/main" id="{D7693BAE-91A1-8B2C-8059-9C61F6D32A87}"/>
              </a:ext>
            </a:extLst>
          </p:cNvPr>
          <p:cNvSpPr/>
          <p:nvPr/>
        </p:nvSpPr>
        <p:spPr>
          <a:xfrm>
            <a:off x="5228139" y="108902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HSSE Planning, Performance &amp; Assurance </a:t>
            </a:r>
          </a:p>
          <a:p>
            <a:pPr algn="ctr"/>
            <a:r>
              <a:rPr lang="en-US" sz="800" dirty="0">
                <a:solidFill>
                  <a:schemeClr val="tx1"/>
                </a:solidFill>
              </a:rPr>
              <a:t> DHK AT OFFC 178263 </a:t>
            </a:r>
          </a:p>
          <a:p>
            <a:pPr algn="ctr"/>
            <a:r>
              <a:rPr lang="en-US" sz="800">
                <a:solidFill>
                  <a:srgbClr val="0070C0"/>
                </a:solidFill>
              </a:rPr>
              <a:t>T. Akhmetov</a:t>
            </a:r>
            <a:endParaRPr lang="en-US" sz="800" dirty="0">
              <a:solidFill>
                <a:srgbClr val="0070C0"/>
              </a:solidFill>
            </a:endParaRPr>
          </a:p>
          <a:p>
            <a:pPr algn="ctr"/>
            <a:endParaRPr lang="en-US" sz="800" b="1" dirty="0">
              <a:solidFill>
                <a:schemeClr val="tx1"/>
              </a:solidFill>
            </a:endParaRPr>
          </a:p>
        </p:txBody>
      </p:sp>
      <p:sp>
        <p:nvSpPr>
          <p:cNvPr id="46" name="Rectangle 45">
            <a:extLst>
              <a:ext uri="{FF2B5EF4-FFF2-40B4-BE49-F238E27FC236}">
                <a16:creationId xmlns:a16="http://schemas.microsoft.com/office/drawing/2014/main" id="{3FE5E869-D453-5950-2794-1C71CDBED63F}"/>
              </a:ext>
            </a:extLst>
          </p:cNvPr>
          <p:cNvSpPr/>
          <p:nvPr/>
        </p:nvSpPr>
        <p:spPr>
          <a:xfrm>
            <a:off x="1400111" y="1255369"/>
            <a:ext cx="1770603"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Crisis &amp; Emergency Preparedness </a:t>
            </a:r>
          </a:p>
          <a:p>
            <a:pPr algn="ctr"/>
            <a:r>
              <a:rPr lang="en-US" sz="800" dirty="0">
                <a:solidFill>
                  <a:schemeClr val="tx1"/>
                </a:solidFill>
              </a:rPr>
              <a:t>DHK AT OFFC 178264</a:t>
            </a:r>
          </a:p>
          <a:p>
            <a:pPr algn="ctr"/>
            <a:r>
              <a:rPr lang="en-US" sz="800">
                <a:solidFill>
                  <a:srgbClr val="0070C0"/>
                </a:solidFill>
              </a:rPr>
              <a:t>K. Kulbassov</a:t>
            </a:r>
            <a:endParaRPr lang="en-US" sz="800" dirty="0">
              <a:solidFill>
                <a:srgbClr val="0070C0"/>
              </a:solidFill>
            </a:endParaRPr>
          </a:p>
          <a:p>
            <a:pPr algn="ctr"/>
            <a:endParaRPr lang="en-US" sz="800" b="1" dirty="0">
              <a:solidFill>
                <a:schemeClr val="tx1"/>
              </a:solidFill>
            </a:endParaRPr>
          </a:p>
        </p:txBody>
      </p:sp>
      <p:sp>
        <p:nvSpPr>
          <p:cNvPr id="9" name="Rectangle 8">
            <a:extLst>
              <a:ext uri="{FF2B5EF4-FFF2-40B4-BE49-F238E27FC236}">
                <a16:creationId xmlns:a16="http://schemas.microsoft.com/office/drawing/2014/main" id="{BB1BC8FC-1CC4-F099-9599-D22F66EB7A35}"/>
              </a:ext>
            </a:extLst>
          </p:cNvPr>
          <p:cNvSpPr/>
          <p:nvPr/>
        </p:nvSpPr>
        <p:spPr>
          <a:xfrm>
            <a:off x="3760664" y="194717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Data &amp; Reporting </a:t>
            </a:r>
          </a:p>
          <a:p>
            <a:pPr algn="ctr"/>
            <a:r>
              <a:rPr lang="en-US" sz="800" dirty="0">
                <a:solidFill>
                  <a:schemeClr val="tx1"/>
                </a:solidFill>
              </a:rPr>
              <a:t>Team Lead  </a:t>
            </a:r>
          </a:p>
          <a:p>
            <a:pPr algn="ctr"/>
            <a:r>
              <a:rPr lang="en-US" sz="800" dirty="0">
                <a:solidFill>
                  <a:schemeClr val="tx1"/>
                </a:solidFill>
              </a:rPr>
              <a:t>DHK AT OFFC 103029 </a:t>
            </a:r>
            <a:r>
              <a:rPr lang="en-US" sz="800" dirty="0" err="1">
                <a:solidFill>
                  <a:srgbClr val="0070C0"/>
                </a:solidFill>
              </a:rPr>
              <a:t>A.Kaisagaliyeva</a:t>
            </a:r>
            <a:endParaRPr lang="en-US" sz="800" dirty="0">
              <a:solidFill>
                <a:srgbClr val="0070C0"/>
              </a:solidFill>
            </a:endParaRPr>
          </a:p>
        </p:txBody>
      </p:sp>
      <p:sp>
        <p:nvSpPr>
          <p:cNvPr id="11" name="Rectangle 10">
            <a:extLst>
              <a:ext uri="{FF2B5EF4-FFF2-40B4-BE49-F238E27FC236}">
                <a16:creationId xmlns:a16="http://schemas.microsoft.com/office/drawing/2014/main" id="{7366C611-4CE9-06CF-A326-6EE2D46F3C55}"/>
              </a:ext>
            </a:extLst>
          </p:cNvPr>
          <p:cNvSpPr/>
          <p:nvPr/>
        </p:nvSpPr>
        <p:spPr>
          <a:xfrm>
            <a:off x="3372572" y="260771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Data &amp; Reporting Advisor  DHK AT OFFC 178525 </a:t>
            </a:r>
          </a:p>
          <a:p>
            <a:pPr algn="ctr"/>
            <a:r>
              <a:rPr lang="en-US" sz="800" dirty="0" err="1">
                <a:solidFill>
                  <a:srgbClr val="0070C0"/>
                </a:solidFill>
              </a:rPr>
              <a:t>S.Sariyeva</a:t>
            </a:r>
            <a:endParaRPr lang="en-US" sz="800" dirty="0">
              <a:solidFill>
                <a:srgbClr val="0070C0"/>
              </a:solidFill>
            </a:endParaRPr>
          </a:p>
        </p:txBody>
      </p:sp>
      <p:sp>
        <p:nvSpPr>
          <p:cNvPr id="13" name="Rectangle 12">
            <a:extLst>
              <a:ext uri="{FF2B5EF4-FFF2-40B4-BE49-F238E27FC236}">
                <a16:creationId xmlns:a16="http://schemas.microsoft.com/office/drawing/2014/main" id="{3671E66B-E7AE-ACCC-4B3B-BF891880154D}"/>
              </a:ext>
            </a:extLst>
          </p:cNvPr>
          <p:cNvSpPr/>
          <p:nvPr/>
        </p:nvSpPr>
        <p:spPr>
          <a:xfrm>
            <a:off x="260551" y="2058253"/>
            <a:ext cx="177060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Civil Protection Coordinator </a:t>
            </a:r>
          </a:p>
          <a:p>
            <a:pPr algn="ctr"/>
            <a:r>
              <a:rPr lang="en-US" sz="800" dirty="0">
                <a:solidFill>
                  <a:schemeClr val="tx1"/>
                </a:solidFill>
              </a:rPr>
              <a:t>DHK AT OFFC 179427</a:t>
            </a:r>
          </a:p>
          <a:p>
            <a:pPr algn="ctr"/>
            <a:r>
              <a:rPr lang="en-US" sz="800" dirty="0" err="1">
                <a:solidFill>
                  <a:srgbClr val="0070C0"/>
                </a:solidFill>
              </a:rPr>
              <a:t>M.Urynbassarov</a:t>
            </a:r>
            <a:endParaRPr lang="en-US" sz="800" dirty="0">
              <a:solidFill>
                <a:srgbClr val="0070C0"/>
              </a:solidFill>
            </a:endParaRPr>
          </a:p>
          <a:p>
            <a:pPr algn="ctr"/>
            <a:endParaRPr lang="en-US" sz="800" b="1" dirty="0">
              <a:solidFill>
                <a:schemeClr val="tx1"/>
              </a:solidFill>
            </a:endParaRPr>
          </a:p>
        </p:txBody>
      </p:sp>
      <p:sp>
        <p:nvSpPr>
          <p:cNvPr id="14" name="Rectangle 13">
            <a:extLst>
              <a:ext uri="{FF2B5EF4-FFF2-40B4-BE49-F238E27FC236}">
                <a16:creationId xmlns:a16="http://schemas.microsoft.com/office/drawing/2014/main" id="{758DED31-C858-BA2A-05CF-744A85009C99}"/>
              </a:ext>
            </a:extLst>
          </p:cNvPr>
          <p:cNvSpPr/>
          <p:nvPr/>
        </p:nvSpPr>
        <p:spPr>
          <a:xfrm>
            <a:off x="260551" y="2740374"/>
            <a:ext cx="1770602" cy="55150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Crisis and Emergency Management Engineer</a:t>
            </a:r>
          </a:p>
          <a:p>
            <a:pPr algn="ctr"/>
            <a:r>
              <a:rPr lang="en-US" sz="800" dirty="0">
                <a:solidFill>
                  <a:schemeClr val="tx1"/>
                </a:solidFill>
              </a:rPr>
              <a:t>DHK AT OFFC 179428 </a:t>
            </a:r>
          </a:p>
          <a:p>
            <a:pPr algn="ctr"/>
            <a:r>
              <a:rPr lang="en-US" sz="800" dirty="0" err="1">
                <a:solidFill>
                  <a:srgbClr val="0070C0"/>
                </a:solidFill>
              </a:rPr>
              <a:t>D.Kibassova</a:t>
            </a:r>
            <a:endParaRPr lang="en-US" sz="800" dirty="0">
              <a:solidFill>
                <a:srgbClr val="0070C0"/>
              </a:solidFill>
            </a:endParaRPr>
          </a:p>
          <a:p>
            <a:pPr algn="ctr"/>
            <a:endParaRPr lang="en-US" sz="800" b="1" dirty="0">
              <a:solidFill>
                <a:schemeClr val="tx1"/>
              </a:solidFill>
            </a:endParaRPr>
          </a:p>
        </p:txBody>
      </p:sp>
      <p:sp>
        <p:nvSpPr>
          <p:cNvPr id="17" name="Rectangle 16">
            <a:extLst>
              <a:ext uri="{FF2B5EF4-FFF2-40B4-BE49-F238E27FC236}">
                <a16:creationId xmlns:a16="http://schemas.microsoft.com/office/drawing/2014/main" id="{249067C4-B87F-1D67-410F-9435928E0815}"/>
              </a:ext>
            </a:extLst>
          </p:cNvPr>
          <p:cNvSpPr/>
          <p:nvPr/>
        </p:nvSpPr>
        <p:spPr>
          <a:xfrm>
            <a:off x="260551" y="3421779"/>
            <a:ext cx="177060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Crisis and Emergency Management Coordinator </a:t>
            </a:r>
          </a:p>
          <a:p>
            <a:pPr algn="ctr"/>
            <a:r>
              <a:rPr lang="en-US" sz="800" dirty="0">
                <a:solidFill>
                  <a:schemeClr val="tx1"/>
                </a:solidFill>
              </a:rPr>
              <a:t>DHK AT OFFC 106501 </a:t>
            </a:r>
          </a:p>
          <a:p>
            <a:pPr algn="ctr"/>
            <a:r>
              <a:rPr lang="en-US" sz="800" dirty="0" err="1">
                <a:solidFill>
                  <a:srgbClr val="0070C0"/>
                </a:solidFill>
              </a:rPr>
              <a:t>Z.Zalenova</a:t>
            </a:r>
            <a:endParaRPr lang="en-US" sz="800" dirty="0">
              <a:solidFill>
                <a:srgbClr val="0070C0"/>
              </a:solidFill>
            </a:endParaRPr>
          </a:p>
          <a:p>
            <a:pPr algn="ctr"/>
            <a:endParaRPr lang="en-US" sz="800" b="1" dirty="0">
              <a:solidFill>
                <a:schemeClr val="tx1"/>
              </a:solidFill>
            </a:endParaRPr>
          </a:p>
        </p:txBody>
      </p:sp>
      <p:sp>
        <p:nvSpPr>
          <p:cNvPr id="18" name="Rectangle 17">
            <a:extLst>
              <a:ext uri="{FF2B5EF4-FFF2-40B4-BE49-F238E27FC236}">
                <a16:creationId xmlns:a16="http://schemas.microsoft.com/office/drawing/2014/main" id="{3DA8BBE5-12A4-687B-5CF9-FAA7413304BF}"/>
              </a:ext>
            </a:extLst>
          </p:cNvPr>
          <p:cNvSpPr/>
          <p:nvPr/>
        </p:nvSpPr>
        <p:spPr>
          <a:xfrm>
            <a:off x="260551" y="4136016"/>
            <a:ext cx="1770602" cy="60055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Business Continuity Planning Coordinator </a:t>
            </a:r>
          </a:p>
          <a:p>
            <a:pPr algn="ctr"/>
            <a:r>
              <a:rPr lang="en-US" sz="800" dirty="0">
                <a:solidFill>
                  <a:schemeClr val="tx1"/>
                </a:solidFill>
              </a:rPr>
              <a:t> DHK AT OFFC 108410 </a:t>
            </a:r>
          </a:p>
          <a:p>
            <a:pPr algn="ctr"/>
            <a:r>
              <a:rPr lang="en-US" sz="800" dirty="0" err="1">
                <a:solidFill>
                  <a:srgbClr val="0070C0"/>
                </a:solidFill>
              </a:rPr>
              <a:t>A.Urpekova</a:t>
            </a:r>
            <a:endParaRPr lang="en-US" sz="800" dirty="0">
              <a:solidFill>
                <a:srgbClr val="0070C0"/>
              </a:solidFill>
            </a:endParaRPr>
          </a:p>
          <a:p>
            <a:pPr algn="ctr"/>
            <a:endParaRPr lang="en-US" sz="800" b="1" dirty="0">
              <a:solidFill>
                <a:schemeClr val="tx1"/>
              </a:solidFill>
            </a:endParaRPr>
          </a:p>
        </p:txBody>
      </p:sp>
      <p:cxnSp>
        <p:nvCxnSpPr>
          <p:cNvPr id="20" name="Connector: Elbow 19">
            <a:extLst>
              <a:ext uri="{FF2B5EF4-FFF2-40B4-BE49-F238E27FC236}">
                <a16:creationId xmlns:a16="http://schemas.microsoft.com/office/drawing/2014/main" id="{A7557198-E783-25EC-1A71-8FC111F51C5F}"/>
              </a:ext>
            </a:extLst>
          </p:cNvPr>
          <p:cNvCxnSpPr>
            <a:cxnSpLocks/>
            <a:stCxn id="46" idx="2"/>
            <a:endCxn id="13" idx="3"/>
          </p:cNvCxnSpPr>
          <p:nvPr/>
        </p:nvCxnSpPr>
        <p:spPr>
          <a:xfrm rot="5400000">
            <a:off x="1887394" y="1921340"/>
            <a:ext cx="541778" cy="2542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55374CAA-6C29-A229-F9E6-41915CBAE20C}"/>
              </a:ext>
            </a:extLst>
          </p:cNvPr>
          <p:cNvCxnSpPr>
            <a:stCxn id="46" idx="2"/>
            <a:endCxn id="17" idx="3"/>
          </p:cNvCxnSpPr>
          <p:nvPr/>
        </p:nvCxnSpPr>
        <p:spPr>
          <a:xfrm rot="5400000">
            <a:off x="1205631" y="2603103"/>
            <a:ext cx="1905304" cy="2542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7A7575E5-3D64-1045-0D31-35F54DB03BF3}"/>
              </a:ext>
            </a:extLst>
          </p:cNvPr>
          <p:cNvSpPr/>
          <p:nvPr/>
        </p:nvSpPr>
        <p:spPr>
          <a:xfrm>
            <a:off x="8452930" y="1693277"/>
            <a:ext cx="1770602" cy="44931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Process Safety Integrity Team Lead SEC AT OFFC 106464</a:t>
            </a:r>
          </a:p>
          <a:p>
            <a:pPr algn="ctr"/>
            <a:r>
              <a:rPr lang="en-US" sz="800" dirty="0" err="1">
                <a:solidFill>
                  <a:srgbClr val="0070C0"/>
                </a:solidFill>
              </a:rPr>
              <a:t>B.Skinner</a:t>
            </a:r>
            <a:endParaRPr lang="en-US" sz="800" dirty="0">
              <a:solidFill>
                <a:srgbClr val="0070C0"/>
              </a:solidFill>
            </a:endParaRPr>
          </a:p>
          <a:p>
            <a:pPr algn="ctr"/>
            <a:endParaRPr lang="en-US" sz="800" b="1" dirty="0">
              <a:solidFill>
                <a:schemeClr val="tx1"/>
              </a:solidFill>
            </a:endParaRPr>
          </a:p>
        </p:txBody>
      </p:sp>
      <p:sp>
        <p:nvSpPr>
          <p:cNvPr id="37" name="Rectangle 36">
            <a:extLst>
              <a:ext uri="{FF2B5EF4-FFF2-40B4-BE49-F238E27FC236}">
                <a16:creationId xmlns:a16="http://schemas.microsoft.com/office/drawing/2014/main" id="{915DB97D-074C-4867-C091-AC74BBC8E994}"/>
              </a:ext>
            </a:extLst>
          </p:cNvPr>
          <p:cNvSpPr/>
          <p:nvPr/>
        </p:nvSpPr>
        <p:spPr>
          <a:xfrm>
            <a:off x="8642933" y="2211730"/>
            <a:ext cx="1770602" cy="40482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Technical Safety Engineer </a:t>
            </a:r>
          </a:p>
          <a:p>
            <a:pPr algn="ctr"/>
            <a:r>
              <a:rPr lang="en-US" sz="800" dirty="0">
                <a:solidFill>
                  <a:schemeClr val="tx1"/>
                </a:solidFill>
              </a:rPr>
              <a:t>COK AT OFFC 179356 </a:t>
            </a:r>
          </a:p>
          <a:p>
            <a:pPr algn="ctr"/>
            <a:r>
              <a:rPr lang="en-US" sz="800" dirty="0" err="1">
                <a:solidFill>
                  <a:srgbClr val="0070C0"/>
                </a:solidFill>
              </a:rPr>
              <a:t>Y.Amanbayev</a:t>
            </a:r>
            <a:r>
              <a:rPr lang="en-US" sz="800" dirty="0">
                <a:solidFill>
                  <a:srgbClr val="0070C0"/>
                </a:solidFill>
              </a:rPr>
              <a:t> (</a:t>
            </a:r>
            <a:r>
              <a:rPr lang="en-US" sz="800" dirty="0" err="1">
                <a:solidFill>
                  <a:srgbClr val="0070C0"/>
                </a:solidFill>
              </a:rPr>
              <a:t>A.Doskulova</a:t>
            </a:r>
            <a:r>
              <a:rPr lang="en-US" sz="800" dirty="0">
                <a:solidFill>
                  <a:srgbClr val="0070C0"/>
                </a:solidFill>
              </a:rPr>
              <a:t> ML)</a:t>
            </a:r>
          </a:p>
          <a:p>
            <a:pPr algn="ctr"/>
            <a:endParaRPr lang="en-US" sz="800" b="1" dirty="0">
              <a:solidFill>
                <a:schemeClr val="tx1"/>
              </a:solidFill>
            </a:endParaRPr>
          </a:p>
        </p:txBody>
      </p:sp>
      <p:sp>
        <p:nvSpPr>
          <p:cNvPr id="39" name="Rectangle 38">
            <a:extLst>
              <a:ext uri="{FF2B5EF4-FFF2-40B4-BE49-F238E27FC236}">
                <a16:creationId xmlns:a16="http://schemas.microsoft.com/office/drawing/2014/main" id="{F627D2DD-9471-3671-35C5-E51B19347374}"/>
              </a:ext>
            </a:extLst>
          </p:cNvPr>
          <p:cNvSpPr/>
          <p:nvPr/>
        </p:nvSpPr>
        <p:spPr>
          <a:xfrm>
            <a:off x="8642933" y="2681218"/>
            <a:ext cx="1770602" cy="45476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50" dirty="0">
                <a:solidFill>
                  <a:schemeClr val="tx1"/>
                </a:solidFill>
              </a:rPr>
              <a:t>HSSE Process Safety and Competency Coordinator </a:t>
            </a:r>
          </a:p>
          <a:p>
            <a:pPr algn="ctr"/>
            <a:r>
              <a:rPr lang="en-US" sz="750" dirty="0">
                <a:solidFill>
                  <a:schemeClr val="tx1"/>
                </a:solidFill>
              </a:rPr>
              <a:t>DHK AT OFFC 178825 </a:t>
            </a:r>
            <a:r>
              <a:rPr lang="en-US" sz="750" dirty="0" err="1">
                <a:solidFill>
                  <a:srgbClr val="0070C0"/>
                </a:solidFill>
              </a:rPr>
              <a:t>R.Tastanbekov</a:t>
            </a:r>
            <a:endParaRPr lang="en-US" sz="750" dirty="0">
              <a:solidFill>
                <a:srgbClr val="0070C0"/>
              </a:solidFill>
            </a:endParaRPr>
          </a:p>
        </p:txBody>
      </p:sp>
      <p:cxnSp>
        <p:nvCxnSpPr>
          <p:cNvPr id="73" name="Connector: Elbow 72">
            <a:extLst>
              <a:ext uri="{FF2B5EF4-FFF2-40B4-BE49-F238E27FC236}">
                <a16:creationId xmlns:a16="http://schemas.microsoft.com/office/drawing/2014/main" id="{9012F2F7-1EBF-D9FA-5EF3-88C530B4E80B}"/>
              </a:ext>
            </a:extLst>
          </p:cNvPr>
          <p:cNvCxnSpPr>
            <a:cxnSpLocks/>
            <a:stCxn id="163" idx="2"/>
            <a:endCxn id="44" idx="0"/>
          </p:cNvCxnSpPr>
          <p:nvPr/>
        </p:nvCxnSpPr>
        <p:spPr>
          <a:xfrm rot="16200000" flipH="1">
            <a:off x="7418630" y="-564455"/>
            <a:ext cx="362349" cy="2936642"/>
          </a:xfrm>
          <a:prstGeom prst="bentConnector3">
            <a:avLst>
              <a:gd name="adj1" fmla="val 74741"/>
            </a:avLst>
          </a:prstGeom>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B31DE29C-6545-2EA6-9861-ACAE30C77CAA}"/>
              </a:ext>
            </a:extLst>
          </p:cNvPr>
          <p:cNvCxnSpPr>
            <a:cxnSpLocks/>
            <a:stCxn id="163" idx="2"/>
            <a:endCxn id="46" idx="0"/>
          </p:cNvCxnSpPr>
          <p:nvPr/>
        </p:nvCxnSpPr>
        <p:spPr>
          <a:xfrm rot="5400000">
            <a:off x="3942110" y="-934005"/>
            <a:ext cx="532677" cy="384607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1D341CDB-F3AC-5A62-80C3-62536BBBB30D}"/>
              </a:ext>
            </a:extLst>
          </p:cNvPr>
          <p:cNvCxnSpPr>
            <a:stCxn id="45" idx="0"/>
          </p:cNvCxnSpPr>
          <p:nvPr/>
        </p:nvCxnSpPr>
        <p:spPr>
          <a:xfrm flipV="1">
            <a:off x="6064015" y="984146"/>
            <a:ext cx="2" cy="104881"/>
          </a:xfrm>
          <a:prstGeom prst="line">
            <a:avLst/>
          </a:prstGeom>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6D262A3-F751-562C-2176-BF5C74653094}"/>
              </a:ext>
            </a:extLst>
          </p:cNvPr>
          <p:cNvCxnSpPr>
            <a:cxnSpLocks/>
          </p:cNvCxnSpPr>
          <p:nvPr/>
        </p:nvCxnSpPr>
        <p:spPr>
          <a:xfrm flipV="1">
            <a:off x="9062036" y="1001241"/>
            <a:ext cx="6088" cy="71707"/>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2A94B75-3D15-BAE0-FC60-DA492C0CEF59}"/>
              </a:ext>
            </a:extLst>
          </p:cNvPr>
          <p:cNvSpPr txBox="1"/>
          <p:nvPr/>
        </p:nvSpPr>
        <p:spPr>
          <a:xfrm>
            <a:off x="11822226" y="61700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20</a:t>
            </a:r>
          </a:p>
        </p:txBody>
      </p:sp>
      <p:cxnSp>
        <p:nvCxnSpPr>
          <p:cNvPr id="7" name="Connector: Elbow 6">
            <a:extLst>
              <a:ext uri="{FF2B5EF4-FFF2-40B4-BE49-F238E27FC236}">
                <a16:creationId xmlns:a16="http://schemas.microsoft.com/office/drawing/2014/main" id="{5B551C1F-DE33-7086-00B3-D4B05681E722}"/>
              </a:ext>
            </a:extLst>
          </p:cNvPr>
          <p:cNvCxnSpPr>
            <a:cxnSpLocks/>
            <a:stCxn id="46" idx="2"/>
            <a:endCxn id="14" idx="3"/>
          </p:cNvCxnSpPr>
          <p:nvPr/>
        </p:nvCxnSpPr>
        <p:spPr>
          <a:xfrm rot="5400000">
            <a:off x="1539010" y="2269724"/>
            <a:ext cx="1238546" cy="2542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26DF9853-B605-53AE-9A64-6414CC33E55A}"/>
              </a:ext>
            </a:extLst>
          </p:cNvPr>
          <p:cNvCxnSpPr>
            <a:cxnSpLocks/>
            <a:stCxn id="46" idx="2"/>
            <a:endCxn id="18" idx="3"/>
          </p:cNvCxnSpPr>
          <p:nvPr/>
        </p:nvCxnSpPr>
        <p:spPr>
          <a:xfrm rot="5400000">
            <a:off x="828927" y="2979807"/>
            <a:ext cx="2658713" cy="2542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D9EEDECD-090E-A35B-1184-635F96F3D142}"/>
              </a:ext>
            </a:extLst>
          </p:cNvPr>
          <p:cNvSpPr/>
          <p:nvPr/>
        </p:nvSpPr>
        <p:spPr>
          <a:xfrm>
            <a:off x="3760664" y="3291880"/>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Incident investigation </a:t>
            </a:r>
          </a:p>
          <a:p>
            <a:pPr algn="ctr"/>
            <a:r>
              <a:rPr lang="en-US" sz="800" dirty="0">
                <a:solidFill>
                  <a:schemeClr val="tx1"/>
                </a:solidFill>
              </a:rPr>
              <a:t>Team Lead </a:t>
            </a:r>
          </a:p>
          <a:p>
            <a:pPr algn="ctr"/>
            <a:r>
              <a:rPr lang="en-US" sz="800" dirty="0">
                <a:solidFill>
                  <a:schemeClr val="tx1"/>
                </a:solidFill>
              </a:rPr>
              <a:t> DHK AT OFFC 107135 </a:t>
            </a:r>
          </a:p>
          <a:p>
            <a:pPr algn="ctr"/>
            <a:r>
              <a:rPr lang="en-US" sz="800" dirty="0" err="1">
                <a:solidFill>
                  <a:srgbClr val="0070C0"/>
                </a:solidFill>
              </a:rPr>
              <a:t>M.Umirzak</a:t>
            </a:r>
            <a:r>
              <a:rPr lang="en-US" sz="800" dirty="0">
                <a:solidFill>
                  <a:schemeClr val="tx1"/>
                </a:solidFill>
              </a:rPr>
              <a:t> </a:t>
            </a:r>
          </a:p>
        </p:txBody>
      </p:sp>
      <p:sp>
        <p:nvSpPr>
          <p:cNvPr id="28" name="Rectangle 27">
            <a:extLst>
              <a:ext uri="{FF2B5EF4-FFF2-40B4-BE49-F238E27FC236}">
                <a16:creationId xmlns:a16="http://schemas.microsoft.com/office/drawing/2014/main" id="{46C6125F-44B8-7A92-D6BA-6D9791CDAF12}"/>
              </a:ext>
            </a:extLst>
          </p:cNvPr>
          <p:cNvSpPr/>
          <p:nvPr/>
        </p:nvSpPr>
        <p:spPr>
          <a:xfrm>
            <a:off x="3372572" y="3952420"/>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Incident Investigation Coordinator </a:t>
            </a:r>
          </a:p>
          <a:p>
            <a:pPr algn="ctr"/>
            <a:r>
              <a:rPr lang="en-US" sz="800" dirty="0">
                <a:solidFill>
                  <a:schemeClr val="tx1"/>
                </a:solidFill>
              </a:rPr>
              <a:t> DHK AT OFFC 178281 </a:t>
            </a:r>
            <a:r>
              <a:rPr lang="en-US" sz="800" dirty="0" err="1">
                <a:solidFill>
                  <a:srgbClr val="0070C0"/>
                </a:solidFill>
              </a:rPr>
              <a:t>D.Moldazhanov</a:t>
            </a:r>
            <a:endParaRPr lang="en-US" sz="800" dirty="0">
              <a:solidFill>
                <a:srgbClr val="0070C0"/>
              </a:solidFill>
            </a:endParaRPr>
          </a:p>
        </p:txBody>
      </p:sp>
      <p:sp>
        <p:nvSpPr>
          <p:cNvPr id="29" name="Rectangle 28">
            <a:extLst>
              <a:ext uri="{FF2B5EF4-FFF2-40B4-BE49-F238E27FC236}">
                <a16:creationId xmlns:a16="http://schemas.microsoft.com/office/drawing/2014/main" id="{517D86B0-BC78-E7F8-0DBC-7F20567DEABD}"/>
              </a:ext>
            </a:extLst>
          </p:cNvPr>
          <p:cNvSpPr/>
          <p:nvPr/>
        </p:nvSpPr>
        <p:spPr>
          <a:xfrm>
            <a:off x="5968701" y="1947177"/>
            <a:ext cx="1671752"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Culture &amp; Training </a:t>
            </a:r>
          </a:p>
          <a:p>
            <a:pPr algn="ctr"/>
            <a:r>
              <a:rPr lang="en-US" sz="800" dirty="0">
                <a:solidFill>
                  <a:schemeClr val="tx1"/>
                </a:solidFill>
              </a:rPr>
              <a:t>Team Lead  DHK AT OFFC 178265 </a:t>
            </a:r>
            <a:r>
              <a:rPr lang="en-US" sz="800" dirty="0" err="1">
                <a:solidFill>
                  <a:srgbClr val="0070C0"/>
                </a:solidFill>
              </a:rPr>
              <a:t>Y.Tleuliyev</a:t>
            </a:r>
            <a:endParaRPr lang="en-US" sz="800" dirty="0">
              <a:solidFill>
                <a:srgbClr val="0070C0"/>
              </a:solidFill>
            </a:endParaRPr>
          </a:p>
        </p:txBody>
      </p:sp>
      <p:sp>
        <p:nvSpPr>
          <p:cNvPr id="31" name="Rectangle 30">
            <a:extLst>
              <a:ext uri="{FF2B5EF4-FFF2-40B4-BE49-F238E27FC236}">
                <a16:creationId xmlns:a16="http://schemas.microsoft.com/office/drawing/2014/main" id="{199232F7-CD40-D5B3-BB1D-4635314A29BD}"/>
              </a:ext>
            </a:extLst>
          </p:cNvPr>
          <p:cNvSpPr/>
          <p:nvPr/>
        </p:nvSpPr>
        <p:spPr>
          <a:xfrm>
            <a:off x="6046804" y="2501442"/>
            <a:ext cx="1671752" cy="88290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Training Advisor AT OFFC</a:t>
            </a:r>
          </a:p>
          <a:p>
            <a:pPr algn="ctr"/>
            <a:r>
              <a:rPr lang="en-US" sz="800" dirty="0">
                <a:solidFill>
                  <a:schemeClr val="tx1"/>
                </a:solidFill>
              </a:rPr>
              <a:t>COK 179321 </a:t>
            </a:r>
            <a:r>
              <a:rPr lang="en-US" sz="800" dirty="0" err="1">
                <a:solidFill>
                  <a:srgbClr val="0070C0"/>
                </a:solidFill>
              </a:rPr>
              <a:t>T.Khaiyr</a:t>
            </a:r>
            <a:endParaRPr lang="en-US" sz="800" dirty="0">
              <a:solidFill>
                <a:srgbClr val="0070C0"/>
              </a:solidFill>
            </a:endParaRPr>
          </a:p>
          <a:p>
            <a:pPr algn="ctr"/>
            <a:r>
              <a:rPr lang="en-US" sz="800" dirty="0">
                <a:solidFill>
                  <a:schemeClr val="tx1"/>
                </a:solidFill>
              </a:rPr>
              <a:t>COK 179322 </a:t>
            </a:r>
            <a:r>
              <a:rPr lang="en-US" sz="800" dirty="0" err="1">
                <a:solidFill>
                  <a:srgbClr val="0070C0"/>
                </a:solidFill>
              </a:rPr>
              <a:t>E.Akhmetzhan</a:t>
            </a:r>
            <a:endParaRPr lang="en-US" sz="800" dirty="0">
              <a:solidFill>
                <a:srgbClr val="0070C0"/>
              </a:solidFill>
            </a:endParaRPr>
          </a:p>
          <a:p>
            <a:pPr algn="ctr"/>
            <a:r>
              <a:rPr lang="en-US" sz="800" dirty="0">
                <a:solidFill>
                  <a:schemeClr val="tx1"/>
                </a:solidFill>
              </a:rPr>
              <a:t>COK 178269 </a:t>
            </a:r>
            <a:r>
              <a:rPr lang="en-US" sz="800" dirty="0" err="1">
                <a:solidFill>
                  <a:srgbClr val="0070C0"/>
                </a:solidFill>
              </a:rPr>
              <a:t>A.Akhmetgaliyev</a:t>
            </a:r>
            <a:endParaRPr lang="en-US" sz="800" dirty="0">
              <a:solidFill>
                <a:srgbClr val="0070C0"/>
              </a:solidFill>
            </a:endParaRPr>
          </a:p>
          <a:p>
            <a:pPr algn="ctr"/>
            <a:r>
              <a:rPr lang="en-US" sz="800" dirty="0">
                <a:solidFill>
                  <a:schemeClr val="tx1"/>
                </a:solidFill>
              </a:rPr>
              <a:t>COK 178270 </a:t>
            </a:r>
            <a:r>
              <a:rPr lang="en-US" sz="800" dirty="0" err="1">
                <a:solidFill>
                  <a:srgbClr val="0070C0"/>
                </a:solidFill>
              </a:rPr>
              <a:t>T.Mendygaliyev</a:t>
            </a:r>
            <a:r>
              <a:rPr lang="en-US" sz="800" dirty="0">
                <a:solidFill>
                  <a:schemeClr val="tx1"/>
                </a:solidFill>
              </a:rPr>
              <a:t> </a:t>
            </a:r>
          </a:p>
          <a:p>
            <a:pPr algn="ctr"/>
            <a:r>
              <a:rPr lang="en-US" sz="800" dirty="0">
                <a:solidFill>
                  <a:schemeClr val="tx1"/>
                </a:solidFill>
              </a:rPr>
              <a:t>2 Vacancy 178271, 178272</a:t>
            </a:r>
          </a:p>
          <a:p>
            <a:pPr algn="ctr"/>
            <a:endParaRPr lang="en-US" sz="800" b="1" dirty="0">
              <a:solidFill>
                <a:schemeClr val="tx1"/>
              </a:solidFill>
            </a:endParaRPr>
          </a:p>
        </p:txBody>
      </p:sp>
      <p:sp>
        <p:nvSpPr>
          <p:cNvPr id="32" name="Rectangle 31">
            <a:extLst>
              <a:ext uri="{FF2B5EF4-FFF2-40B4-BE49-F238E27FC236}">
                <a16:creationId xmlns:a16="http://schemas.microsoft.com/office/drawing/2014/main" id="{0989B025-D9A1-5411-00C5-E1B45E193962}"/>
              </a:ext>
            </a:extLst>
          </p:cNvPr>
          <p:cNvSpPr/>
          <p:nvPr/>
        </p:nvSpPr>
        <p:spPr>
          <a:xfrm>
            <a:off x="6067296" y="3895810"/>
            <a:ext cx="1671752" cy="41744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Data advisor </a:t>
            </a:r>
          </a:p>
          <a:p>
            <a:pPr algn="ctr"/>
            <a:r>
              <a:rPr lang="en-US" sz="800" dirty="0">
                <a:solidFill>
                  <a:schemeClr val="tx1"/>
                </a:solidFill>
              </a:rPr>
              <a:t>COK AT OFFC 178288 </a:t>
            </a:r>
          </a:p>
          <a:p>
            <a:pPr algn="ctr"/>
            <a:r>
              <a:rPr lang="en-US" sz="800" dirty="0" err="1">
                <a:solidFill>
                  <a:srgbClr val="0070C0"/>
                </a:solidFill>
              </a:rPr>
              <a:t>A.Temirova</a:t>
            </a:r>
            <a:endParaRPr lang="en-US" sz="800" dirty="0">
              <a:solidFill>
                <a:srgbClr val="0070C0"/>
              </a:solidFill>
            </a:endParaRPr>
          </a:p>
          <a:p>
            <a:pPr algn="ctr"/>
            <a:endParaRPr lang="en-US" sz="800" b="1" dirty="0">
              <a:solidFill>
                <a:schemeClr val="tx1"/>
              </a:solidFill>
            </a:endParaRPr>
          </a:p>
        </p:txBody>
      </p:sp>
      <p:sp>
        <p:nvSpPr>
          <p:cNvPr id="33" name="Rectangle 32">
            <a:extLst>
              <a:ext uri="{FF2B5EF4-FFF2-40B4-BE49-F238E27FC236}">
                <a16:creationId xmlns:a16="http://schemas.microsoft.com/office/drawing/2014/main" id="{4744E7ED-AF8E-5ED5-68FD-8CFC7A85E221}"/>
              </a:ext>
            </a:extLst>
          </p:cNvPr>
          <p:cNvSpPr/>
          <p:nvPr/>
        </p:nvSpPr>
        <p:spPr>
          <a:xfrm>
            <a:off x="6064015" y="3422090"/>
            <a:ext cx="1671752" cy="40479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Training Coordinator </a:t>
            </a:r>
          </a:p>
          <a:p>
            <a:pPr algn="ctr"/>
            <a:r>
              <a:rPr lang="en-US" sz="800" dirty="0">
                <a:solidFill>
                  <a:schemeClr val="tx1"/>
                </a:solidFill>
              </a:rPr>
              <a:t>DHK AT OFFC 178268 </a:t>
            </a:r>
            <a:r>
              <a:rPr lang="en-US" sz="800" dirty="0" err="1">
                <a:solidFill>
                  <a:srgbClr val="0070C0"/>
                </a:solidFill>
              </a:rPr>
              <a:t>A.Tleumukhanov</a:t>
            </a:r>
            <a:endParaRPr lang="en-US" sz="800" dirty="0">
              <a:solidFill>
                <a:srgbClr val="0070C0"/>
              </a:solidFill>
            </a:endParaRPr>
          </a:p>
        </p:txBody>
      </p:sp>
      <p:sp>
        <p:nvSpPr>
          <p:cNvPr id="38" name="Rectangle 37">
            <a:extLst>
              <a:ext uri="{FF2B5EF4-FFF2-40B4-BE49-F238E27FC236}">
                <a16:creationId xmlns:a16="http://schemas.microsoft.com/office/drawing/2014/main" id="{54567ED3-DB2A-5BDD-B876-A01F5347137B}"/>
              </a:ext>
            </a:extLst>
          </p:cNvPr>
          <p:cNvSpPr/>
          <p:nvPr/>
        </p:nvSpPr>
        <p:spPr>
          <a:xfrm>
            <a:off x="5986724" y="4412637"/>
            <a:ext cx="1671752" cy="4487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Planning &amp; Assurance Team Lead DHK AT OFFC 178266</a:t>
            </a:r>
          </a:p>
          <a:p>
            <a:pPr algn="ctr"/>
            <a:r>
              <a:rPr lang="en-US" sz="800" dirty="0">
                <a:solidFill>
                  <a:srgbClr val="FF0000"/>
                </a:solidFill>
              </a:rPr>
              <a:t> </a:t>
            </a:r>
            <a:r>
              <a:rPr lang="en-US" sz="800" dirty="0" err="1">
                <a:solidFill>
                  <a:srgbClr val="0070C0"/>
                </a:solidFill>
              </a:rPr>
              <a:t>E.Bukayeva</a:t>
            </a:r>
            <a:endParaRPr lang="en-US" sz="800" dirty="0">
              <a:solidFill>
                <a:srgbClr val="0070C0"/>
              </a:solidFill>
            </a:endParaRPr>
          </a:p>
        </p:txBody>
      </p:sp>
      <p:sp>
        <p:nvSpPr>
          <p:cNvPr id="41" name="Rectangle 40">
            <a:extLst>
              <a:ext uri="{FF2B5EF4-FFF2-40B4-BE49-F238E27FC236}">
                <a16:creationId xmlns:a16="http://schemas.microsoft.com/office/drawing/2014/main" id="{1D675262-8C04-C6CB-7B2B-4B7DEDB20147}"/>
              </a:ext>
            </a:extLst>
          </p:cNvPr>
          <p:cNvSpPr/>
          <p:nvPr/>
        </p:nvSpPr>
        <p:spPr>
          <a:xfrm>
            <a:off x="6096000" y="4939275"/>
            <a:ext cx="1671752" cy="4487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Planning Coordinator </a:t>
            </a:r>
          </a:p>
          <a:p>
            <a:pPr algn="ctr"/>
            <a:r>
              <a:rPr lang="en-US" sz="800" dirty="0">
                <a:solidFill>
                  <a:schemeClr val="tx1"/>
                </a:solidFill>
              </a:rPr>
              <a:t>DHK AT OFFC 178277 </a:t>
            </a:r>
          </a:p>
          <a:p>
            <a:pPr algn="ctr"/>
            <a:r>
              <a:rPr lang="en-US" sz="800" dirty="0" err="1">
                <a:solidFill>
                  <a:srgbClr val="0070C0"/>
                </a:solidFill>
              </a:rPr>
              <a:t>Z.Nurgaliyev</a:t>
            </a:r>
            <a:endParaRPr lang="en-US" sz="800" dirty="0">
              <a:solidFill>
                <a:srgbClr val="0070C0"/>
              </a:solidFill>
            </a:endParaRPr>
          </a:p>
        </p:txBody>
      </p:sp>
      <p:sp>
        <p:nvSpPr>
          <p:cNvPr id="43" name="Rectangle 42">
            <a:extLst>
              <a:ext uri="{FF2B5EF4-FFF2-40B4-BE49-F238E27FC236}">
                <a16:creationId xmlns:a16="http://schemas.microsoft.com/office/drawing/2014/main" id="{EB59EFBF-B65F-A192-92A1-DADD213BE251}"/>
              </a:ext>
            </a:extLst>
          </p:cNvPr>
          <p:cNvSpPr/>
          <p:nvPr/>
        </p:nvSpPr>
        <p:spPr>
          <a:xfrm>
            <a:off x="3385540" y="5216674"/>
            <a:ext cx="1671752" cy="5447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Regulatory Support Coordinator </a:t>
            </a:r>
          </a:p>
          <a:p>
            <a:pPr algn="ctr"/>
            <a:r>
              <a:rPr lang="en-US" sz="800" dirty="0">
                <a:solidFill>
                  <a:schemeClr val="tx1"/>
                </a:solidFill>
              </a:rPr>
              <a:t> DHK AS OFFC 107639 </a:t>
            </a:r>
            <a:r>
              <a:rPr lang="en-US" sz="800" dirty="0" err="1">
                <a:solidFill>
                  <a:srgbClr val="0070C0"/>
                </a:solidFill>
              </a:rPr>
              <a:t>G.Nurpeissova</a:t>
            </a:r>
            <a:endParaRPr lang="en-US" sz="800" dirty="0">
              <a:solidFill>
                <a:srgbClr val="0070C0"/>
              </a:solidFill>
            </a:endParaRPr>
          </a:p>
        </p:txBody>
      </p:sp>
      <p:sp>
        <p:nvSpPr>
          <p:cNvPr id="47" name="Rectangle 46">
            <a:extLst>
              <a:ext uri="{FF2B5EF4-FFF2-40B4-BE49-F238E27FC236}">
                <a16:creationId xmlns:a16="http://schemas.microsoft.com/office/drawing/2014/main" id="{B1DD5C1A-5AD3-A576-8B17-286A33538A0A}"/>
              </a:ext>
            </a:extLst>
          </p:cNvPr>
          <p:cNvSpPr/>
          <p:nvPr/>
        </p:nvSpPr>
        <p:spPr>
          <a:xfrm>
            <a:off x="6096000" y="5487450"/>
            <a:ext cx="1671752" cy="54479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Planning and Assurance Coordinator </a:t>
            </a:r>
          </a:p>
          <a:p>
            <a:pPr algn="ctr"/>
            <a:r>
              <a:rPr lang="en-US" sz="800" dirty="0">
                <a:solidFill>
                  <a:schemeClr val="tx1"/>
                </a:solidFill>
              </a:rPr>
              <a:t>COK AT OFFC 178276</a:t>
            </a:r>
          </a:p>
          <a:p>
            <a:pPr algn="ctr"/>
            <a:r>
              <a:rPr lang="en-US" sz="800" dirty="0" err="1">
                <a:solidFill>
                  <a:srgbClr val="0070C0"/>
                </a:solidFill>
              </a:rPr>
              <a:t>A.Kuznetsov</a:t>
            </a:r>
            <a:r>
              <a:rPr lang="en-US" sz="800" dirty="0">
                <a:solidFill>
                  <a:srgbClr val="0070C0"/>
                </a:solidFill>
              </a:rPr>
              <a:t> (</a:t>
            </a:r>
            <a:r>
              <a:rPr lang="en-US" sz="800" dirty="0" err="1">
                <a:solidFill>
                  <a:srgbClr val="0070C0"/>
                </a:solidFill>
              </a:rPr>
              <a:t>A.Hashem</a:t>
            </a:r>
            <a:r>
              <a:rPr lang="en-US" sz="800" dirty="0">
                <a:solidFill>
                  <a:srgbClr val="0070C0"/>
                </a:solidFill>
              </a:rPr>
              <a:t> ML)</a:t>
            </a:r>
          </a:p>
        </p:txBody>
      </p:sp>
      <p:sp>
        <p:nvSpPr>
          <p:cNvPr id="48" name="Rectangle 47">
            <a:extLst>
              <a:ext uri="{FF2B5EF4-FFF2-40B4-BE49-F238E27FC236}">
                <a16:creationId xmlns:a16="http://schemas.microsoft.com/office/drawing/2014/main" id="{B5D70D8F-10C3-EB8C-0303-2EF1F39F9BFD}"/>
              </a:ext>
            </a:extLst>
          </p:cNvPr>
          <p:cNvSpPr/>
          <p:nvPr/>
        </p:nvSpPr>
        <p:spPr>
          <a:xfrm>
            <a:off x="3385540" y="5879990"/>
            <a:ext cx="1671752" cy="47756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Compliance Advisor </a:t>
            </a:r>
          </a:p>
          <a:p>
            <a:pPr algn="ctr"/>
            <a:r>
              <a:rPr lang="en-US" sz="800" dirty="0">
                <a:solidFill>
                  <a:schemeClr val="tx1"/>
                </a:solidFill>
              </a:rPr>
              <a:t>DHK AT OFFC 178284/178285</a:t>
            </a:r>
          </a:p>
          <a:p>
            <a:pPr algn="ctr"/>
            <a:r>
              <a:rPr lang="en-US" sz="800" dirty="0" err="1">
                <a:solidFill>
                  <a:srgbClr val="0070C0"/>
                </a:solidFill>
              </a:rPr>
              <a:t>A.Murzagaliyeva</a:t>
            </a:r>
            <a:r>
              <a:rPr lang="en-US" sz="800" dirty="0">
                <a:solidFill>
                  <a:srgbClr val="2ABDF2"/>
                </a:solidFill>
              </a:rPr>
              <a:t> / </a:t>
            </a:r>
            <a:r>
              <a:rPr lang="en-US" sz="800" dirty="0" err="1">
                <a:solidFill>
                  <a:srgbClr val="0070C0"/>
                </a:solidFill>
              </a:rPr>
              <a:t>T.Fillipova</a:t>
            </a:r>
            <a:endParaRPr lang="en-US" sz="800" dirty="0">
              <a:solidFill>
                <a:srgbClr val="0070C0"/>
              </a:solidFill>
            </a:endParaRPr>
          </a:p>
        </p:txBody>
      </p:sp>
      <p:sp>
        <p:nvSpPr>
          <p:cNvPr id="50" name="Rectangle 49">
            <a:extLst>
              <a:ext uri="{FF2B5EF4-FFF2-40B4-BE49-F238E27FC236}">
                <a16:creationId xmlns:a16="http://schemas.microsoft.com/office/drawing/2014/main" id="{592971B4-8720-4763-A3C2-976A0F1CB583}"/>
              </a:ext>
            </a:extLst>
          </p:cNvPr>
          <p:cNvSpPr/>
          <p:nvPr/>
        </p:nvSpPr>
        <p:spPr>
          <a:xfrm>
            <a:off x="8480990" y="3207667"/>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Safety Team Lead (FM, SIP &amp;ITM)</a:t>
            </a:r>
          </a:p>
          <a:p>
            <a:pPr algn="ctr"/>
            <a:r>
              <a:rPr lang="en-US" sz="800" dirty="0">
                <a:solidFill>
                  <a:schemeClr val="tx1"/>
                </a:solidFill>
              </a:rPr>
              <a:t>DHK AT OFFC 100647 </a:t>
            </a:r>
          </a:p>
          <a:p>
            <a:pPr algn="ctr"/>
            <a:r>
              <a:rPr lang="en-US" sz="800" dirty="0" err="1">
                <a:solidFill>
                  <a:srgbClr val="0070C0"/>
                </a:solidFill>
              </a:rPr>
              <a:t>A.Karazhanova</a:t>
            </a:r>
            <a:endParaRPr lang="en-US" sz="800" dirty="0">
              <a:solidFill>
                <a:srgbClr val="0070C0"/>
              </a:solidFill>
            </a:endParaRPr>
          </a:p>
          <a:p>
            <a:pPr algn="ctr"/>
            <a:endParaRPr lang="en-US" sz="800" b="1" dirty="0">
              <a:solidFill>
                <a:schemeClr val="tx1"/>
              </a:solidFill>
            </a:endParaRPr>
          </a:p>
        </p:txBody>
      </p:sp>
      <p:sp>
        <p:nvSpPr>
          <p:cNvPr id="51" name="Rectangle 50">
            <a:extLst>
              <a:ext uri="{FF2B5EF4-FFF2-40B4-BE49-F238E27FC236}">
                <a16:creationId xmlns:a16="http://schemas.microsoft.com/office/drawing/2014/main" id="{4323FCE2-0DFE-8051-AE89-641A9993310B}"/>
              </a:ext>
            </a:extLst>
          </p:cNvPr>
          <p:cNvSpPr/>
          <p:nvPr/>
        </p:nvSpPr>
        <p:spPr>
          <a:xfrm>
            <a:off x="8642933" y="3682904"/>
            <a:ext cx="1836808" cy="5222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750" dirty="0">
                <a:solidFill>
                  <a:schemeClr val="tx1"/>
                </a:solidFill>
              </a:rPr>
              <a:t>Safety Engineer </a:t>
            </a:r>
          </a:p>
          <a:p>
            <a:pPr algn="ctr"/>
            <a:r>
              <a:rPr lang="en-US" sz="750" dirty="0">
                <a:solidFill>
                  <a:schemeClr val="tx1"/>
                </a:solidFill>
              </a:rPr>
              <a:t>COK AK OFFC 179277 </a:t>
            </a:r>
            <a:r>
              <a:rPr lang="en-US" sz="750" dirty="0" err="1">
                <a:solidFill>
                  <a:srgbClr val="0070C0"/>
                </a:solidFill>
              </a:rPr>
              <a:t>B.Temirgaliyeva</a:t>
            </a:r>
            <a:endParaRPr lang="en-US" sz="750" dirty="0">
              <a:solidFill>
                <a:srgbClr val="0070C0"/>
              </a:solidFill>
            </a:endParaRPr>
          </a:p>
          <a:p>
            <a:pPr algn="ctr"/>
            <a:r>
              <a:rPr lang="en-US" sz="750" dirty="0">
                <a:solidFill>
                  <a:schemeClr val="tx1"/>
                </a:solidFill>
              </a:rPr>
              <a:t>COK AT OFFC 109952 </a:t>
            </a:r>
            <a:r>
              <a:rPr lang="en-US" sz="750" dirty="0" err="1">
                <a:solidFill>
                  <a:srgbClr val="0070C0"/>
                </a:solidFill>
              </a:rPr>
              <a:t>A.Bakirov</a:t>
            </a:r>
            <a:endParaRPr lang="en-US" sz="750" dirty="0">
              <a:solidFill>
                <a:srgbClr val="0070C0"/>
              </a:solidFill>
            </a:endParaRPr>
          </a:p>
          <a:p>
            <a:pPr algn="ctr"/>
            <a:r>
              <a:rPr lang="en-US" sz="750" dirty="0">
                <a:solidFill>
                  <a:schemeClr val="tx1"/>
                </a:solidFill>
              </a:rPr>
              <a:t>COK AT OFFC 178705 </a:t>
            </a:r>
            <a:r>
              <a:rPr lang="en-US" sz="750" dirty="0" err="1">
                <a:solidFill>
                  <a:srgbClr val="0070C0"/>
                </a:solidFill>
              </a:rPr>
              <a:t>R.Dyuskaliyev</a:t>
            </a:r>
            <a:endParaRPr lang="en-US" sz="750" dirty="0">
              <a:solidFill>
                <a:srgbClr val="0070C0"/>
              </a:solidFill>
            </a:endParaRPr>
          </a:p>
          <a:p>
            <a:pPr algn="ctr"/>
            <a:endParaRPr lang="en-US" sz="800" b="1" dirty="0">
              <a:solidFill>
                <a:schemeClr val="tx1"/>
              </a:solidFill>
            </a:endParaRPr>
          </a:p>
        </p:txBody>
      </p:sp>
      <p:sp>
        <p:nvSpPr>
          <p:cNvPr id="52" name="Rectangle 51">
            <a:extLst>
              <a:ext uri="{FF2B5EF4-FFF2-40B4-BE49-F238E27FC236}">
                <a16:creationId xmlns:a16="http://schemas.microsoft.com/office/drawing/2014/main" id="{237C7FFF-B7BA-F2F1-1F4D-5D59AD3D4ADD}"/>
              </a:ext>
            </a:extLst>
          </p:cNvPr>
          <p:cNvSpPr/>
          <p:nvPr/>
        </p:nvSpPr>
        <p:spPr>
          <a:xfrm>
            <a:off x="8480990" y="4280919"/>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Operations Safety Team Lead</a:t>
            </a:r>
          </a:p>
          <a:p>
            <a:pPr algn="ctr"/>
            <a:r>
              <a:rPr lang="en-US" sz="800" dirty="0">
                <a:solidFill>
                  <a:schemeClr val="tx1"/>
                </a:solidFill>
              </a:rPr>
              <a:t>DHK AT OFFC 178290 </a:t>
            </a:r>
          </a:p>
          <a:p>
            <a:pPr algn="ctr"/>
            <a:r>
              <a:rPr lang="en-US" sz="800" dirty="0" err="1">
                <a:solidFill>
                  <a:srgbClr val="0070C0"/>
                </a:solidFill>
              </a:rPr>
              <a:t>N.Tuleushaliyev</a:t>
            </a:r>
            <a:endParaRPr lang="en-US" sz="800" dirty="0">
              <a:solidFill>
                <a:srgbClr val="0070C0"/>
              </a:solidFill>
            </a:endParaRPr>
          </a:p>
        </p:txBody>
      </p:sp>
      <p:sp>
        <p:nvSpPr>
          <p:cNvPr id="53" name="Rectangle 52">
            <a:extLst>
              <a:ext uri="{FF2B5EF4-FFF2-40B4-BE49-F238E27FC236}">
                <a16:creationId xmlns:a16="http://schemas.microsoft.com/office/drawing/2014/main" id="{5152E923-E489-A730-DE7F-372653466AFB}"/>
              </a:ext>
            </a:extLst>
          </p:cNvPr>
          <p:cNvSpPr/>
          <p:nvPr/>
        </p:nvSpPr>
        <p:spPr>
          <a:xfrm>
            <a:off x="8642933" y="4771253"/>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Operations Safety Engineer </a:t>
            </a:r>
          </a:p>
          <a:p>
            <a:pPr algn="ctr"/>
            <a:r>
              <a:rPr lang="en-US" sz="800" dirty="0">
                <a:solidFill>
                  <a:schemeClr val="tx1"/>
                </a:solidFill>
              </a:rPr>
              <a:t>DHK AT OFFC 105657</a:t>
            </a:r>
          </a:p>
          <a:p>
            <a:pPr algn="ctr"/>
            <a:r>
              <a:rPr lang="en-US" sz="800" dirty="0">
                <a:solidFill>
                  <a:schemeClr val="tx1"/>
                </a:solidFill>
              </a:rPr>
              <a:t> </a:t>
            </a:r>
            <a:r>
              <a:rPr lang="en-US" sz="800" dirty="0" err="1">
                <a:solidFill>
                  <a:srgbClr val="0070C0"/>
                </a:solidFill>
              </a:rPr>
              <a:t>N.Suleimenov</a:t>
            </a:r>
            <a:endParaRPr lang="en-US" sz="800" dirty="0">
              <a:solidFill>
                <a:srgbClr val="0070C0"/>
              </a:solidFill>
            </a:endParaRPr>
          </a:p>
        </p:txBody>
      </p:sp>
      <p:sp>
        <p:nvSpPr>
          <p:cNvPr id="55" name="Rectangle 54">
            <a:extLst>
              <a:ext uri="{FF2B5EF4-FFF2-40B4-BE49-F238E27FC236}">
                <a16:creationId xmlns:a16="http://schemas.microsoft.com/office/drawing/2014/main" id="{5A81A368-22BE-E3FB-3B12-3ABAADC5FE86}"/>
              </a:ext>
            </a:extLst>
          </p:cNvPr>
          <p:cNvSpPr/>
          <p:nvPr/>
        </p:nvSpPr>
        <p:spPr>
          <a:xfrm>
            <a:off x="8642933" y="5250631"/>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Contract </a:t>
            </a:r>
            <a:r>
              <a:rPr lang="en-US" sz="800" err="1">
                <a:solidFill>
                  <a:srgbClr val="0070C0"/>
                </a:solidFill>
              </a:rPr>
              <a:t>Mng</a:t>
            </a:r>
            <a:r>
              <a:rPr lang="en-US" sz="800">
                <a:solidFill>
                  <a:srgbClr val="0070C0"/>
                </a:solidFill>
              </a:rPr>
              <a:t>. Lea</a:t>
            </a:r>
            <a:r>
              <a:rPr lang="en-US" sz="800">
                <a:solidFill>
                  <a:schemeClr val="tx1"/>
                </a:solidFill>
              </a:rPr>
              <a:t>d </a:t>
            </a:r>
            <a:endParaRPr lang="en-US" sz="800" dirty="0">
              <a:solidFill>
                <a:schemeClr val="tx1"/>
              </a:solidFill>
            </a:endParaRPr>
          </a:p>
          <a:p>
            <a:pPr algn="ctr"/>
            <a:r>
              <a:rPr lang="en-US" sz="800" dirty="0">
                <a:solidFill>
                  <a:schemeClr val="tx1"/>
                </a:solidFill>
              </a:rPr>
              <a:t>DHK AT OFFC 178295 </a:t>
            </a:r>
          </a:p>
          <a:p>
            <a:pPr algn="ctr"/>
            <a:r>
              <a:rPr lang="en-US" sz="800" dirty="0" err="1">
                <a:solidFill>
                  <a:srgbClr val="0070C0"/>
                </a:solidFill>
              </a:rPr>
              <a:t>G.Satbayeva</a:t>
            </a:r>
            <a:endParaRPr lang="en-US" sz="800" dirty="0">
              <a:solidFill>
                <a:srgbClr val="0070C0"/>
              </a:solidFill>
            </a:endParaRPr>
          </a:p>
        </p:txBody>
      </p:sp>
      <p:sp>
        <p:nvSpPr>
          <p:cNvPr id="57" name="Rectangle 56">
            <a:extLst>
              <a:ext uri="{FF2B5EF4-FFF2-40B4-BE49-F238E27FC236}">
                <a16:creationId xmlns:a16="http://schemas.microsoft.com/office/drawing/2014/main" id="{F3F2D71E-BC12-DD02-2283-5F334CEF9A79}"/>
              </a:ext>
            </a:extLst>
          </p:cNvPr>
          <p:cNvSpPr/>
          <p:nvPr/>
        </p:nvSpPr>
        <p:spPr>
          <a:xfrm>
            <a:off x="8642933" y="5739555"/>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Contract </a:t>
            </a:r>
            <a:r>
              <a:rPr lang="en-US" sz="800" err="1">
                <a:solidFill>
                  <a:srgbClr val="0070C0"/>
                </a:solidFill>
              </a:rPr>
              <a:t>Mng</a:t>
            </a:r>
            <a:r>
              <a:rPr lang="en-US" sz="800">
                <a:solidFill>
                  <a:srgbClr val="0070C0"/>
                </a:solidFill>
              </a:rPr>
              <a:t>. Adviso</a:t>
            </a:r>
            <a:r>
              <a:rPr lang="en-US" sz="800">
                <a:solidFill>
                  <a:schemeClr val="tx1"/>
                </a:solidFill>
              </a:rPr>
              <a:t>r </a:t>
            </a:r>
            <a:endParaRPr lang="en-US" sz="800" dirty="0">
              <a:solidFill>
                <a:schemeClr val="tx1"/>
              </a:solidFill>
            </a:endParaRPr>
          </a:p>
          <a:p>
            <a:pPr algn="ctr"/>
            <a:r>
              <a:rPr lang="en-US" sz="800" dirty="0">
                <a:solidFill>
                  <a:schemeClr val="tx1"/>
                </a:solidFill>
              </a:rPr>
              <a:t>DHK AT OFFC 178296 </a:t>
            </a:r>
          </a:p>
          <a:p>
            <a:pPr algn="ctr"/>
            <a:r>
              <a:rPr lang="en-US" sz="800" dirty="0" err="1">
                <a:solidFill>
                  <a:srgbClr val="0070C0"/>
                </a:solidFill>
              </a:rPr>
              <a:t>Z.Bakhatkaliyeva</a:t>
            </a:r>
            <a:endParaRPr lang="en-US" sz="800" dirty="0">
              <a:solidFill>
                <a:srgbClr val="0070C0"/>
              </a:solidFill>
            </a:endParaRPr>
          </a:p>
        </p:txBody>
      </p:sp>
      <p:sp>
        <p:nvSpPr>
          <p:cNvPr id="58" name="Rectangle 57">
            <a:extLst>
              <a:ext uri="{FF2B5EF4-FFF2-40B4-BE49-F238E27FC236}">
                <a16:creationId xmlns:a16="http://schemas.microsoft.com/office/drawing/2014/main" id="{31AE7A89-F220-8C64-BDE1-38CE107B190E}"/>
              </a:ext>
            </a:extLst>
          </p:cNvPr>
          <p:cNvSpPr/>
          <p:nvPr/>
        </p:nvSpPr>
        <p:spPr>
          <a:xfrm>
            <a:off x="8480990" y="6241549"/>
            <a:ext cx="1770602" cy="39943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Technical Safety Engineering Lead Engineer </a:t>
            </a:r>
          </a:p>
          <a:p>
            <a:pPr algn="ctr"/>
            <a:r>
              <a:rPr lang="en-US" sz="800" dirty="0">
                <a:solidFill>
                  <a:schemeClr val="tx1"/>
                </a:solidFill>
              </a:rPr>
              <a:t>SEC AT OFFC 178824 </a:t>
            </a:r>
            <a:r>
              <a:rPr lang="en-US" sz="800" dirty="0" err="1">
                <a:solidFill>
                  <a:srgbClr val="0070C0"/>
                </a:solidFill>
              </a:rPr>
              <a:t>S.Roy</a:t>
            </a:r>
            <a:endParaRPr lang="en-US" sz="800" dirty="0">
              <a:solidFill>
                <a:srgbClr val="0070C0"/>
              </a:solidFill>
            </a:endParaRPr>
          </a:p>
        </p:txBody>
      </p:sp>
      <p:sp>
        <p:nvSpPr>
          <p:cNvPr id="59" name="Rectangle 58">
            <a:extLst>
              <a:ext uri="{FF2B5EF4-FFF2-40B4-BE49-F238E27FC236}">
                <a16:creationId xmlns:a16="http://schemas.microsoft.com/office/drawing/2014/main" id="{89C80AC9-53D5-C465-2259-B8682755DA73}"/>
              </a:ext>
            </a:extLst>
          </p:cNvPr>
          <p:cNvSpPr/>
          <p:nvPr/>
        </p:nvSpPr>
        <p:spPr>
          <a:xfrm>
            <a:off x="260551" y="4858240"/>
            <a:ext cx="1770602" cy="60055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Duty Emergency Coordinator COK/DHK AT SHIFT 109947/108015</a:t>
            </a:r>
          </a:p>
          <a:p>
            <a:pPr algn="ctr"/>
            <a:r>
              <a:rPr lang="en-US" sz="800" dirty="0" err="1">
                <a:solidFill>
                  <a:srgbClr val="0070C0"/>
                </a:solidFill>
              </a:rPr>
              <a:t>G.Nabidullin</a:t>
            </a:r>
            <a:r>
              <a:rPr lang="en-US" sz="800" dirty="0">
                <a:solidFill>
                  <a:srgbClr val="2ABDF2"/>
                </a:solidFill>
              </a:rPr>
              <a:t> / </a:t>
            </a:r>
            <a:r>
              <a:rPr lang="en-US" sz="800" dirty="0" err="1">
                <a:solidFill>
                  <a:srgbClr val="0070C0"/>
                </a:solidFill>
              </a:rPr>
              <a:t>Y.Kabdualiyev</a:t>
            </a:r>
            <a:endParaRPr lang="en-US" sz="800" dirty="0">
              <a:solidFill>
                <a:srgbClr val="0070C0"/>
              </a:solidFill>
            </a:endParaRPr>
          </a:p>
        </p:txBody>
      </p:sp>
      <p:cxnSp>
        <p:nvCxnSpPr>
          <p:cNvPr id="60" name="Connector: Elbow 59">
            <a:extLst>
              <a:ext uri="{FF2B5EF4-FFF2-40B4-BE49-F238E27FC236}">
                <a16:creationId xmlns:a16="http://schemas.microsoft.com/office/drawing/2014/main" id="{1A26BABF-0A58-EB88-533F-5D57F04305DE}"/>
              </a:ext>
            </a:extLst>
          </p:cNvPr>
          <p:cNvCxnSpPr>
            <a:cxnSpLocks/>
            <a:stCxn id="46" idx="2"/>
            <a:endCxn id="59" idx="3"/>
          </p:cNvCxnSpPr>
          <p:nvPr/>
        </p:nvCxnSpPr>
        <p:spPr>
          <a:xfrm rot="5400000">
            <a:off x="467815" y="3340919"/>
            <a:ext cx="3380937" cy="2542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63" name="Connector: Elbow 62">
            <a:extLst>
              <a:ext uri="{FF2B5EF4-FFF2-40B4-BE49-F238E27FC236}">
                <a16:creationId xmlns:a16="http://schemas.microsoft.com/office/drawing/2014/main" id="{9CC7B18D-1423-2754-C3CA-ABD41494B9BB}"/>
              </a:ext>
            </a:extLst>
          </p:cNvPr>
          <p:cNvCxnSpPr>
            <a:cxnSpLocks/>
          </p:cNvCxnSpPr>
          <p:nvPr/>
        </p:nvCxnSpPr>
        <p:spPr>
          <a:xfrm rot="16200000" flipH="1">
            <a:off x="4367521" y="2982529"/>
            <a:ext cx="2985518" cy="288741"/>
          </a:xfrm>
          <a:prstGeom prst="bentConnector3">
            <a:avLst>
              <a:gd name="adj1" fmla="val 99845"/>
            </a:avLst>
          </a:prstGeom>
        </p:spPr>
        <p:style>
          <a:lnRef idx="2">
            <a:schemeClr val="accent1"/>
          </a:lnRef>
          <a:fillRef idx="0">
            <a:schemeClr val="accent1"/>
          </a:fillRef>
          <a:effectRef idx="1">
            <a:schemeClr val="accent1"/>
          </a:effectRef>
          <a:fontRef idx="minor">
            <a:schemeClr val="tx1"/>
          </a:fontRef>
        </p:style>
      </p:cxnSp>
      <p:cxnSp>
        <p:nvCxnSpPr>
          <p:cNvPr id="69" name="Connector: Elbow 68">
            <a:extLst>
              <a:ext uri="{FF2B5EF4-FFF2-40B4-BE49-F238E27FC236}">
                <a16:creationId xmlns:a16="http://schemas.microsoft.com/office/drawing/2014/main" id="{F2B2E8EB-8F9A-7CDF-51AB-FD6488073253}"/>
              </a:ext>
            </a:extLst>
          </p:cNvPr>
          <p:cNvCxnSpPr>
            <a:cxnSpLocks/>
            <a:endCxn id="29" idx="1"/>
          </p:cNvCxnSpPr>
          <p:nvPr/>
        </p:nvCxnSpPr>
        <p:spPr>
          <a:xfrm rot="16200000" flipH="1">
            <a:off x="5546405" y="1785987"/>
            <a:ext cx="597046" cy="24754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1BC01819-C477-F990-645A-CCAD150DC516}"/>
              </a:ext>
            </a:extLst>
          </p:cNvPr>
          <p:cNvCxnSpPr>
            <a:cxnSpLocks/>
            <a:endCxn id="9" idx="3"/>
          </p:cNvCxnSpPr>
          <p:nvPr/>
        </p:nvCxnSpPr>
        <p:spPr>
          <a:xfrm rot="5400000">
            <a:off x="5278263" y="1765391"/>
            <a:ext cx="597045" cy="28873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0" name="Connector: Elbow 79">
            <a:extLst>
              <a:ext uri="{FF2B5EF4-FFF2-40B4-BE49-F238E27FC236}">
                <a16:creationId xmlns:a16="http://schemas.microsoft.com/office/drawing/2014/main" id="{3AA36679-B063-930B-8CB5-98EC0AC124F2}"/>
              </a:ext>
            </a:extLst>
          </p:cNvPr>
          <p:cNvCxnSpPr>
            <a:cxnSpLocks/>
            <a:endCxn id="27" idx="3"/>
          </p:cNvCxnSpPr>
          <p:nvPr/>
        </p:nvCxnSpPr>
        <p:spPr>
          <a:xfrm rot="5400000">
            <a:off x="4609670" y="2437974"/>
            <a:ext cx="1937759" cy="29226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7" name="Connector: Elbow 86">
            <a:extLst>
              <a:ext uri="{FF2B5EF4-FFF2-40B4-BE49-F238E27FC236}">
                <a16:creationId xmlns:a16="http://schemas.microsoft.com/office/drawing/2014/main" id="{B48D24D1-254D-DEB1-29A2-E6C69208D654}"/>
              </a:ext>
            </a:extLst>
          </p:cNvPr>
          <p:cNvCxnSpPr>
            <a:cxnSpLocks/>
            <a:endCxn id="31" idx="1"/>
          </p:cNvCxnSpPr>
          <p:nvPr/>
        </p:nvCxnSpPr>
        <p:spPr>
          <a:xfrm rot="16200000" flipH="1">
            <a:off x="5782521" y="2678610"/>
            <a:ext cx="473506" cy="550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F652B98A-5013-B417-C49E-D214EB2878B1}"/>
              </a:ext>
            </a:extLst>
          </p:cNvPr>
          <p:cNvCxnSpPr>
            <a:cxnSpLocks/>
            <a:endCxn id="33" idx="1"/>
          </p:cNvCxnSpPr>
          <p:nvPr/>
        </p:nvCxnSpPr>
        <p:spPr>
          <a:xfrm rot="16200000" flipH="1">
            <a:off x="5653635" y="3214110"/>
            <a:ext cx="748488" cy="7227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C5E084B2-72CA-C53C-9FE7-7C7F4CA6566A}"/>
              </a:ext>
            </a:extLst>
          </p:cNvPr>
          <p:cNvCxnSpPr>
            <a:cxnSpLocks/>
            <a:endCxn id="32" idx="1"/>
          </p:cNvCxnSpPr>
          <p:nvPr/>
        </p:nvCxnSpPr>
        <p:spPr>
          <a:xfrm rot="16200000" flipH="1">
            <a:off x="5685090" y="3722326"/>
            <a:ext cx="686850" cy="7756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6C343D43-49DE-BCD4-5DE9-D270139D7B14}"/>
              </a:ext>
            </a:extLst>
          </p:cNvPr>
          <p:cNvCxnSpPr>
            <a:cxnSpLocks/>
            <a:endCxn id="41" idx="1"/>
          </p:cNvCxnSpPr>
          <p:nvPr/>
        </p:nvCxnSpPr>
        <p:spPr>
          <a:xfrm rot="16200000" flipH="1">
            <a:off x="5911725" y="4979396"/>
            <a:ext cx="300428" cy="6812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17" name="Connector: Elbow 116">
            <a:extLst>
              <a:ext uri="{FF2B5EF4-FFF2-40B4-BE49-F238E27FC236}">
                <a16:creationId xmlns:a16="http://schemas.microsoft.com/office/drawing/2014/main" id="{F2507231-C648-0F4D-DA23-92D65B1AC28B}"/>
              </a:ext>
            </a:extLst>
          </p:cNvPr>
          <p:cNvCxnSpPr>
            <a:cxnSpLocks/>
            <a:endCxn id="11" idx="3"/>
          </p:cNvCxnSpPr>
          <p:nvPr/>
        </p:nvCxnSpPr>
        <p:spPr>
          <a:xfrm rot="5400000">
            <a:off x="4983990" y="2529722"/>
            <a:ext cx="399435" cy="27876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1" name="Connector: Elbow 120">
            <a:extLst>
              <a:ext uri="{FF2B5EF4-FFF2-40B4-BE49-F238E27FC236}">
                <a16:creationId xmlns:a16="http://schemas.microsoft.com/office/drawing/2014/main" id="{731B48DA-7B36-DFF4-EAFF-A86CD4A314E6}"/>
              </a:ext>
            </a:extLst>
          </p:cNvPr>
          <p:cNvCxnSpPr>
            <a:cxnSpLocks/>
            <a:endCxn id="28" idx="3"/>
          </p:cNvCxnSpPr>
          <p:nvPr/>
        </p:nvCxnSpPr>
        <p:spPr>
          <a:xfrm rot="5400000">
            <a:off x="4969875" y="3887169"/>
            <a:ext cx="400806" cy="2519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3" name="Connector: Elbow 122">
            <a:extLst>
              <a:ext uri="{FF2B5EF4-FFF2-40B4-BE49-F238E27FC236}">
                <a16:creationId xmlns:a16="http://schemas.microsoft.com/office/drawing/2014/main" id="{3AD2C7C2-9AE0-1B2A-8AF3-33C2731AAE7A}"/>
              </a:ext>
            </a:extLst>
          </p:cNvPr>
          <p:cNvCxnSpPr>
            <a:cxnSpLocks/>
            <a:endCxn id="36" idx="1"/>
          </p:cNvCxnSpPr>
          <p:nvPr/>
        </p:nvCxnSpPr>
        <p:spPr>
          <a:xfrm rot="16200000" flipH="1">
            <a:off x="8220448" y="1685451"/>
            <a:ext cx="301720" cy="16324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5" name="Connector: Elbow 124">
            <a:extLst>
              <a:ext uri="{FF2B5EF4-FFF2-40B4-BE49-F238E27FC236}">
                <a16:creationId xmlns:a16="http://schemas.microsoft.com/office/drawing/2014/main" id="{E6169416-0F1D-81DC-B4C9-C8DCAC45A46F}"/>
              </a:ext>
            </a:extLst>
          </p:cNvPr>
          <p:cNvCxnSpPr>
            <a:cxnSpLocks/>
            <a:endCxn id="50" idx="1"/>
          </p:cNvCxnSpPr>
          <p:nvPr/>
        </p:nvCxnSpPr>
        <p:spPr>
          <a:xfrm rot="16200000" flipH="1">
            <a:off x="7625197" y="2551591"/>
            <a:ext cx="1520282" cy="19130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8" name="Connector: Elbow 127">
            <a:extLst>
              <a:ext uri="{FF2B5EF4-FFF2-40B4-BE49-F238E27FC236}">
                <a16:creationId xmlns:a16="http://schemas.microsoft.com/office/drawing/2014/main" id="{0372E3A7-9F45-D015-A61F-B37215C54272}"/>
              </a:ext>
            </a:extLst>
          </p:cNvPr>
          <p:cNvCxnSpPr>
            <a:cxnSpLocks/>
            <a:endCxn id="52" idx="1"/>
          </p:cNvCxnSpPr>
          <p:nvPr/>
        </p:nvCxnSpPr>
        <p:spPr>
          <a:xfrm rot="16200000" flipH="1">
            <a:off x="7806597" y="3806243"/>
            <a:ext cx="1157482" cy="191304"/>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0" name="Connector: Elbow 129">
            <a:extLst>
              <a:ext uri="{FF2B5EF4-FFF2-40B4-BE49-F238E27FC236}">
                <a16:creationId xmlns:a16="http://schemas.microsoft.com/office/drawing/2014/main" id="{81C2344E-C8C6-263F-A8C2-FB17D7EFEECA}"/>
              </a:ext>
            </a:extLst>
          </p:cNvPr>
          <p:cNvCxnSpPr>
            <a:cxnSpLocks/>
            <a:endCxn id="58" idx="1"/>
          </p:cNvCxnSpPr>
          <p:nvPr/>
        </p:nvCxnSpPr>
        <p:spPr>
          <a:xfrm rot="16200000" flipH="1">
            <a:off x="7370521" y="5330797"/>
            <a:ext cx="2029634" cy="191304"/>
          </a:xfrm>
          <a:prstGeom prst="bentConnector2">
            <a:avLst/>
          </a:prstGeom>
        </p:spPr>
        <p:style>
          <a:lnRef idx="2">
            <a:schemeClr val="accent1"/>
          </a:lnRef>
          <a:fillRef idx="0">
            <a:schemeClr val="accent1"/>
          </a:fillRef>
          <a:effectRef idx="1">
            <a:schemeClr val="accent1"/>
          </a:effectRef>
          <a:fontRef idx="minor">
            <a:schemeClr val="tx1"/>
          </a:fontRef>
        </p:style>
      </p:cxnSp>
      <p:grpSp>
        <p:nvGrpSpPr>
          <p:cNvPr id="136" name="Group 135">
            <a:extLst>
              <a:ext uri="{FF2B5EF4-FFF2-40B4-BE49-F238E27FC236}">
                <a16:creationId xmlns:a16="http://schemas.microsoft.com/office/drawing/2014/main" id="{ACD6CB39-953C-7E09-CDE7-2FE89189F810}"/>
              </a:ext>
            </a:extLst>
          </p:cNvPr>
          <p:cNvGrpSpPr/>
          <p:nvPr/>
        </p:nvGrpSpPr>
        <p:grpSpPr>
          <a:xfrm>
            <a:off x="8497903" y="4690667"/>
            <a:ext cx="145030" cy="1180209"/>
            <a:chOff x="6138853" y="4868719"/>
            <a:chExt cx="145030" cy="1180209"/>
          </a:xfrm>
        </p:grpSpPr>
        <p:cxnSp>
          <p:nvCxnSpPr>
            <p:cNvPr id="132" name="Connector: Elbow 131">
              <a:extLst>
                <a:ext uri="{FF2B5EF4-FFF2-40B4-BE49-F238E27FC236}">
                  <a16:creationId xmlns:a16="http://schemas.microsoft.com/office/drawing/2014/main" id="{C9222866-9285-9174-8A36-CDFBE276D2A7}"/>
                </a:ext>
              </a:extLst>
            </p:cNvPr>
            <p:cNvCxnSpPr>
              <a:cxnSpLocks/>
            </p:cNvCxnSpPr>
            <p:nvPr/>
          </p:nvCxnSpPr>
          <p:spPr>
            <a:xfrm rot="16200000" flipH="1">
              <a:off x="6075652" y="4931920"/>
              <a:ext cx="271432" cy="14503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3" name="Connector: Elbow 132">
              <a:extLst>
                <a:ext uri="{FF2B5EF4-FFF2-40B4-BE49-F238E27FC236}">
                  <a16:creationId xmlns:a16="http://schemas.microsoft.com/office/drawing/2014/main" id="{CE475A12-4559-78B5-A931-08B780A1C163}"/>
                </a:ext>
              </a:extLst>
            </p:cNvPr>
            <p:cNvCxnSpPr>
              <a:cxnSpLocks/>
            </p:cNvCxnSpPr>
            <p:nvPr/>
          </p:nvCxnSpPr>
          <p:spPr>
            <a:xfrm rot="16200000" flipH="1">
              <a:off x="5995375" y="5276205"/>
              <a:ext cx="431986" cy="14503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4" name="Connector: Elbow 133">
              <a:extLst>
                <a:ext uri="{FF2B5EF4-FFF2-40B4-BE49-F238E27FC236}">
                  <a16:creationId xmlns:a16="http://schemas.microsoft.com/office/drawing/2014/main" id="{85A49F25-2BE1-0E4F-9F67-65DB0BD1BFC3}"/>
                </a:ext>
              </a:extLst>
            </p:cNvPr>
            <p:cNvCxnSpPr>
              <a:cxnSpLocks/>
            </p:cNvCxnSpPr>
            <p:nvPr/>
          </p:nvCxnSpPr>
          <p:spPr>
            <a:xfrm rot="16200000" flipH="1">
              <a:off x="5947666" y="5712711"/>
              <a:ext cx="530048" cy="142386"/>
            </a:xfrm>
            <a:prstGeom prst="bentConnector2">
              <a:avLst/>
            </a:prstGeom>
          </p:spPr>
          <p:style>
            <a:lnRef idx="2">
              <a:schemeClr val="accent1"/>
            </a:lnRef>
            <a:fillRef idx="0">
              <a:schemeClr val="accent1"/>
            </a:fillRef>
            <a:effectRef idx="1">
              <a:schemeClr val="accent1"/>
            </a:effectRef>
            <a:fontRef idx="minor">
              <a:schemeClr val="tx1"/>
            </a:fontRef>
          </p:style>
        </p:cxnSp>
      </p:grpSp>
      <p:grpSp>
        <p:nvGrpSpPr>
          <p:cNvPr id="141" name="Group 140">
            <a:extLst>
              <a:ext uri="{FF2B5EF4-FFF2-40B4-BE49-F238E27FC236}">
                <a16:creationId xmlns:a16="http://schemas.microsoft.com/office/drawing/2014/main" id="{BA3A5AD7-7FF6-8844-C0AA-DBBDD49A01B3}"/>
              </a:ext>
            </a:extLst>
          </p:cNvPr>
          <p:cNvGrpSpPr/>
          <p:nvPr/>
        </p:nvGrpSpPr>
        <p:grpSpPr>
          <a:xfrm>
            <a:off x="8497903" y="2143769"/>
            <a:ext cx="145030" cy="695994"/>
            <a:chOff x="8386312" y="2210298"/>
            <a:chExt cx="145030" cy="695994"/>
          </a:xfrm>
        </p:grpSpPr>
        <p:cxnSp>
          <p:nvCxnSpPr>
            <p:cNvPr id="138" name="Connector: Elbow 137">
              <a:extLst>
                <a:ext uri="{FF2B5EF4-FFF2-40B4-BE49-F238E27FC236}">
                  <a16:creationId xmlns:a16="http://schemas.microsoft.com/office/drawing/2014/main" id="{EBC6E2C2-D8F7-96BE-F4EC-A97290315CA5}"/>
                </a:ext>
              </a:extLst>
            </p:cNvPr>
            <p:cNvCxnSpPr>
              <a:cxnSpLocks/>
            </p:cNvCxnSpPr>
            <p:nvPr/>
          </p:nvCxnSpPr>
          <p:spPr>
            <a:xfrm rot="16200000" flipH="1">
              <a:off x="8323111" y="2273499"/>
              <a:ext cx="271432" cy="14503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9" name="Connector: Elbow 138">
              <a:extLst>
                <a:ext uri="{FF2B5EF4-FFF2-40B4-BE49-F238E27FC236}">
                  <a16:creationId xmlns:a16="http://schemas.microsoft.com/office/drawing/2014/main" id="{1D0E0427-EB4C-60C5-7BD7-8C21A69C43C3}"/>
                </a:ext>
              </a:extLst>
            </p:cNvPr>
            <p:cNvCxnSpPr>
              <a:cxnSpLocks/>
            </p:cNvCxnSpPr>
            <p:nvPr/>
          </p:nvCxnSpPr>
          <p:spPr>
            <a:xfrm rot="16200000" flipH="1">
              <a:off x="8242834" y="2617784"/>
              <a:ext cx="431986" cy="145030"/>
            </a:xfrm>
            <a:prstGeom prst="bentConnector2">
              <a:avLst/>
            </a:prstGeom>
          </p:spPr>
          <p:style>
            <a:lnRef idx="2">
              <a:schemeClr val="accent1"/>
            </a:lnRef>
            <a:fillRef idx="0">
              <a:schemeClr val="accent1"/>
            </a:fillRef>
            <a:effectRef idx="1">
              <a:schemeClr val="accent1"/>
            </a:effectRef>
            <a:fontRef idx="minor">
              <a:schemeClr val="tx1"/>
            </a:fontRef>
          </p:style>
        </p:cxnSp>
      </p:grpSp>
      <p:cxnSp>
        <p:nvCxnSpPr>
          <p:cNvPr id="143" name="Connector: Elbow 142">
            <a:extLst>
              <a:ext uri="{FF2B5EF4-FFF2-40B4-BE49-F238E27FC236}">
                <a16:creationId xmlns:a16="http://schemas.microsoft.com/office/drawing/2014/main" id="{1FFAB719-0C7A-6FD1-B194-CDF1D388038B}"/>
              </a:ext>
            </a:extLst>
          </p:cNvPr>
          <p:cNvCxnSpPr>
            <a:cxnSpLocks/>
            <a:endCxn id="51" idx="1"/>
          </p:cNvCxnSpPr>
          <p:nvPr/>
        </p:nvCxnSpPr>
        <p:spPr>
          <a:xfrm rot="16200000" flipH="1">
            <a:off x="8428085" y="3729162"/>
            <a:ext cx="330336" cy="993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6629F6E1-54EA-C635-C368-3E03B94DCD47}"/>
              </a:ext>
            </a:extLst>
          </p:cNvPr>
          <p:cNvSpPr/>
          <p:nvPr/>
        </p:nvSpPr>
        <p:spPr>
          <a:xfrm>
            <a:off x="3755365" y="4649360"/>
            <a:ext cx="1671752" cy="44879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HSSE Compliance Team Lead </a:t>
            </a:r>
          </a:p>
          <a:p>
            <a:pPr algn="ctr"/>
            <a:r>
              <a:rPr lang="en-US" sz="800" dirty="0">
                <a:solidFill>
                  <a:schemeClr val="tx1"/>
                </a:solidFill>
              </a:rPr>
              <a:t>DHK AT OFFC 178267</a:t>
            </a:r>
          </a:p>
          <a:p>
            <a:pPr algn="ctr"/>
            <a:r>
              <a:rPr lang="en-US" sz="800" dirty="0">
                <a:solidFill>
                  <a:srgbClr val="FF0000"/>
                </a:solidFill>
              </a:rPr>
              <a:t> </a:t>
            </a:r>
            <a:r>
              <a:rPr lang="en-US" sz="800" dirty="0" err="1">
                <a:solidFill>
                  <a:srgbClr val="0070C0"/>
                </a:solidFill>
              </a:rPr>
              <a:t>A.Turegaliyeva</a:t>
            </a:r>
            <a:endParaRPr lang="en-US" sz="800" dirty="0">
              <a:solidFill>
                <a:srgbClr val="0070C0"/>
              </a:solidFill>
            </a:endParaRPr>
          </a:p>
        </p:txBody>
      </p:sp>
      <p:cxnSp>
        <p:nvCxnSpPr>
          <p:cNvPr id="26" name="Connector: Elbow 25">
            <a:extLst>
              <a:ext uri="{FF2B5EF4-FFF2-40B4-BE49-F238E27FC236}">
                <a16:creationId xmlns:a16="http://schemas.microsoft.com/office/drawing/2014/main" id="{D2F59CC9-045C-AD9A-A71E-DCFC648ADD10}"/>
              </a:ext>
            </a:extLst>
          </p:cNvPr>
          <p:cNvCxnSpPr>
            <a:cxnSpLocks/>
          </p:cNvCxnSpPr>
          <p:nvPr/>
        </p:nvCxnSpPr>
        <p:spPr>
          <a:xfrm rot="5400000">
            <a:off x="4571814" y="3819673"/>
            <a:ext cx="2013469" cy="28874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0" name="Connector: Elbow 29">
            <a:extLst>
              <a:ext uri="{FF2B5EF4-FFF2-40B4-BE49-F238E27FC236}">
                <a16:creationId xmlns:a16="http://schemas.microsoft.com/office/drawing/2014/main" id="{5479F958-516F-33CB-2161-D6F49F66CBD0}"/>
              </a:ext>
            </a:extLst>
          </p:cNvPr>
          <p:cNvCxnSpPr>
            <a:cxnSpLocks/>
          </p:cNvCxnSpPr>
          <p:nvPr/>
        </p:nvCxnSpPr>
        <p:spPr>
          <a:xfrm rot="5400000">
            <a:off x="4969875" y="5184059"/>
            <a:ext cx="400806" cy="25190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9EC4418C-70DA-2265-932C-3DFC5F346DEF}"/>
              </a:ext>
            </a:extLst>
          </p:cNvPr>
          <p:cNvCxnSpPr>
            <a:cxnSpLocks/>
          </p:cNvCxnSpPr>
          <p:nvPr/>
        </p:nvCxnSpPr>
        <p:spPr>
          <a:xfrm rot="16200000" flipH="1">
            <a:off x="5687695" y="5375991"/>
            <a:ext cx="748488" cy="7227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D57351CC-E278-EDB8-E9E8-9DDDAFC8800E}"/>
              </a:ext>
            </a:extLst>
          </p:cNvPr>
          <p:cNvCxnSpPr>
            <a:cxnSpLocks/>
          </p:cNvCxnSpPr>
          <p:nvPr/>
        </p:nvCxnSpPr>
        <p:spPr>
          <a:xfrm rot="5400000">
            <a:off x="4881821" y="5700493"/>
            <a:ext cx="602716" cy="233843"/>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335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01FF1-FC62-C3B6-B059-39191CD5A52A}"/>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7A63F204-4096-6EC9-3E51-63E150F42217}"/>
              </a:ext>
            </a:extLst>
          </p:cNvPr>
          <p:cNvSpPr>
            <a:spLocks noGrp="1"/>
          </p:cNvSpPr>
          <p:nvPr>
            <p:ph type="body" sz="quarter" idx="10"/>
          </p:nvPr>
        </p:nvSpPr>
        <p:spPr>
          <a:xfrm>
            <a:off x="156470" y="319586"/>
            <a:ext cx="10459170" cy="640966"/>
          </a:xfrm>
        </p:spPr>
        <p:txBody>
          <a:bodyPr>
            <a:normAutofit/>
          </a:bodyPr>
          <a:lstStyle/>
          <a:p>
            <a:r>
              <a:rPr lang="en-US" sz="1800" dirty="0">
                <a:solidFill>
                  <a:schemeClr val="accent5"/>
                </a:solidFill>
              </a:rPr>
              <a:t>Health Services</a:t>
            </a:r>
          </a:p>
          <a:p>
            <a:endParaRPr lang="en-US" b="0" dirty="0">
              <a:solidFill>
                <a:schemeClr val="accent5"/>
              </a:solidFill>
            </a:endParaRPr>
          </a:p>
        </p:txBody>
      </p:sp>
      <p:sp>
        <p:nvSpPr>
          <p:cNvPr id="12" name="Rectangle 11">
            <a:extLst>
              <a:ext uri="{FF2B5EF4-FFF2-40B4-BE49-F238E27FC236}">
                <a16:creationId xmlns:a16="http://schemas.microsoft.com/office/drawing/2014/main" id="{28B5975F-4C20-2E68-9BAC-238A06359106}"/>
              </a:ext>
            </a:extLst>
          </p:cNvPr>
          <p:cNvSpPr/>
          <p:nvPr/>
        </p:nvSpPr>
        <p:spPr>
          <a:xfrm>
            <a:off x="5197906" y="712614"/>
            <a:ext cx="1570446" cy="46344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Health Services Manager </a:t>
            </a:r>
          </a:p>
          <a:p>
            <a:pPr algn="ctr"/>
            <a:r>
              <a:rPr lang="en-US" sz="800" dirty="0">
                <a:solidFill>
                  <a:schemeClr val="tx1"/>
                </a:solidFill>
              </a:rPr>
              <a:t>DHK AT OFFC 107422 </a:t>
            </a:r>
          </a:p>
          <a:p>
            <a:pPr algn="ctr"/>
            <a:r>
              <a:rPr lang="en-US" sz="800">
                <a:solidFill>
                  <a:srgbClr val="0070C0"/>
                </a:solidFill>
              </a:rPr>
              <a:t>N. Baimenshin</a:t>
            </a:r>
            <a:endParaRPr lang="en-US" sz="800" dirty="0">
              <a:solidFill>
                <a:srgbClr val="0070C0"/>
              </a:solidFill>
            </a:endParaRPr>
          </a:p>
          <a:p>
            <a:pPr algn="ctr"/>
            <a:endParaRPr lang="en-US" sz="800" b="1" dirty="0">
              <a:solidFill>
                <a:schemeClr val="tx1"/>
              </a:solidFill>
            </a:endParaRPr>
          </a:p>
        </p:txBody>
      </p:sp>
      <p:sp>
        <p:nvSpPr>
          <p:cNvPr id="113" name="Rectangle 112">
            <a:extLst>
              <a:ext uri="{FF2B5EF4-FFF2-40B4-BE49-F238E27FC236}">
                <a16:creationId xmlns:a16="http://schemas.microsoft.com/office/drawing/2014/main" id="{EC6767A7-B895-2C33-D442-3D500550C5F0}"/>
              </a:ext>
            </a:extLst>
          </p:cNvPr>
          <p:cNvSpPr/>
          <p:nvPr/>
        </p:nvSpPr>
        <p:spPr>
          <a:xfrm>
            <a:off x="1117463" y="1568577"/>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Industrial Hygiene </a:t>
            </a:r>
          </a:p>
          <a:p>
            <a:pPr algn="ctr"/>
            <a:r>
              <a:rPr lang="en-US" sz="800" dirty="0">
                <a:solidFill>
                  <a:schemeClr val="tx1"/>
                </a:solidFill>
              </a:rPr>
              <a:t>DHK AT OFFC 107467</a:t>
            </a:r>
          </a:p>
          <a:p>
            <a:pPr algn="ctr"/>
            <a:r>
              <a:rPr lang="en-US" sz="800">
                <a:solidFill>
                  <a:srgbClr val="0070C0"/>
                </a:solidFill>
              </a:rPr>
              <a:t>M. Mambetov</a:t>
            </a:r>
            <a:endParaRPr lang="en-US" sz="800" dirty="0">
              <a:solidFill>
                <a:srgbClr val="0070C0"/>
              </a:solidFill>
            </a:endParaRPr>
          </a:p>
          <a:p>
            <a:pPr algn="ctr"/>
            <a:endParaRPr lang="en-US" sz="800" dirty="0">
              <a:solidFill>
                <a:schemeClr val="tx1"/>
              </a:solidFill>
            </a:endParaRPr>
          </a:p>
        </p:txBody>
      </p:sp>
      <p:sp>
        <p:nvSpPr>
          <p:cNvPr id="216" name="Rectangle 215">
            <a:extLst>
              <a:ext uri="{FF2B5EF4-FFF2-40B4-BE49-F238E27FC236}">
                <a16:creationId xmlns:a16="http://schemas.microsoft.com/office/drawing/2014/main" id="{7AD9ED8C-4DF8-284E-C969-DD06EC2EE9C2}"/>
              </a:ext>
            </a:extLst>
          </p:cNvPr>
          <p:cNvSpPr/>
          <p:nvPr/>
        </p:nvSpPr>
        <p:spPr>
          <a:xfrm>
            <a:off x="4913511" y="1566804"/>
            <a:ext cx="1854841" cy="501507"/>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Medical Services</a:t>
            </a:r>
          </a:p>
          <a:p>
            <a:pPr algn="ctr"/>
            <a:r>
              <a:rPr lang="en-US" sz="800" dirty="0">
                <a:solidFill>
                  <a:schemeClr val="tx1"/>
                </a:solidFill>
              </a:rPr>
              <a:t>DHK AT OFFC 100856</a:t>
            </a:r>
          </a:p>
          <a:p>
            <a:pPr algn="ctr"/>
            <a:r>
              <a:rPr lang="en-US" sz="800">
                <a:solidFill>
                  <a:srgbClr val="0070C0"/>
                </a:solidFill>
              </a:rPr>
              <a:t>A. Akizhanov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20" name="Rectangle 19">
            <a:extLst>
              <a:ext uri="{FF2B5EF4-FFF2-40B4-BE49-F238E27FC236}">
                <a16:creationId xmlns:a16="http://schemas.microsoft.com/office/drawing/2014/main" id="{BC102977-7699-3EB4-CA68-DADAA02EC2C2}"/>
              </a:ext>
            </a:extLst>
          </p:cNvPr>
          <p:cNvSpPr/>
          <p:nvPr/>
        </p:nvSpPr>
        <p:spPr>
          <a:xfrm>
            <a:off x="9295545" y="2389590"/>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Occupational Health Coordinator </a:t>
            </a:r>
          </a:p>
          <a:p>
            <a:pPr algn="ctr"/>
            <a:r>
              <a:rPr lang="en-US" sz="800" dirty="0">
                <a:solidFill>
                  <a:schemeClr val="tx1"/>
                </a:solidFill>
              </a:rPr>
              <a:t>DHK AT OFFC 100857 </a:t>
            </a:r>
            <a:r>
              <a:rPr lang="en-US" sz="800" dirty="0" err="1">
                <a:solidFill>
                  <a:srgbClr val="0070C0"/>
                </a:solidFill>
              </a:rPr>
              <a:t>L.Mukusheva</a:t>
            </a:r>
            <a:endParaRPr lang="en-US" sz="800" dirty="0">
              <a:solidFill>
                <a:srgbClr val="0070C0"/>
              </a:solidFill>
            </a:endParaRPr>
          </a:p>
        </p:txBody>
      </p:sp>
      <p:sp>
        <p:nvSpPr>
          <p:cNvPr id="21" name="Rectangle 20">
            <a:extLst>
              <a:ext uri="{FF2B5EF4-FFF2-40B4-BE49-F238E27FC236}">
                <a16:creationId xmlns:a16="http://schemas.microsoft.com/office/drawing/2014/main" id="{3B5D625C-5A10-E24F-70A7-D31C36CD281F}"/>
              </a:ext>
            </a:extLst>
          </p:cNvPr>
          <p:cNvSpPr/>
          <p:nvPr/>
        </p:nvSpPr>
        <p:spPr>
          <a:xfrm>
            <a:off x="9295545" y="2963931"/>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(Clinic)</a:t>
            </a:r>
          </a:p>
          <a:p>
            <a:pPr algn="ctr"/>
            <a:r>
              <a:rPr lang="en-US" sz="800" dirty="0">
                <a:solidFill>
                  <a:schemeClr val="tx1"/>
                </a:solidFill>
              </a:rPr>
              <a:t>DHK/COK AT ROT 100860/178523</a:t>
            </a:r>
          </a:p>
          <a:p>
            <a:pPr algn="ctr"/>
            <a:r>
              <a:rPr lang="en-US" sz="800" dirty="0" err="1">
                <a:solidFill>
                  <a:srgbClr val="0070C0"/>
                </a:solidFill>
              </a:rPr>
              <a:t>B.Tuleugaliyev</a:t>
            </a:r>
            <a:r>
              <a:rPr lang="en-US" sz="800" dirty="0">
                <a:solidFill>
                  <a:srgbClr val="2ABDF2"/>
                </a:solidFill>
              </a:rPr>
              <a:t>/</a:t>
            </a:r>
            <a:r>
              <a:rPr lang="en-US" sz="800" dirty="0" err="1">
                <a:solidFill>
                  <a:srgbClr val="0070C0"/>
                </a:solidFill>
              </a:rPr>
              <a:t>B.Jumagaliyev</a:t>
            </a:r>
            <a:endParaRPr lang="en-US" sz="800" dirty="0">
              <a:solidFill>
                <a:srgbClr val="0070C0"/>
              </a:solidFill>
            </a:endParaRPr>
          </a:p>
          <a:p>
            <a:pPr algn="ctr"/>
            <a:endParaRPr lang="en-US" sz="800" b="1" dirty="0">
              <a:solidFill>
                <a:schemeClr val="tx1"/>
              </a:solidFill>
            </a:endParaRPr>
          </a:p>
        </p:txBody>
      </p:sp>
      <p:cxnSp>
        <p:nvCxnSpPr>
          <p:cNvPr id="25" name="Connector: Elbow 24">
            <a:extLst>
              <a:ext uri="{FF2B5EF4-FFF2-40B4-BE49-F238E27FC236}">
                <a16:creationId xmlns:a16="http://schemas.microsoft.com/office/drawing/2014/main" id="{AA99418B-9499-A60E-5A75-CDC95869D250}"/>
              </a:ext>
            </a:extLst>
          </p:cNvPr>
          <p:cNvCxnSpPr>
            <a:cxnSpLocks/>
            <a:stCxn id="12" idx="2"/>
            <a:endCxn id="2" idx="0"/>
          </p:cNvCxnSpPr>
          <p:nvPr/>
        </p:nvCxnSpPr>
        <p:spPr>
          <a:xfrm rot="16200000" flipH="1">
            <a:off x="7720694" y="-561512"/>
            <a:ext cx="350618" cy="3825749"/>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4141F83-B864-6763-6E99-3D31C859F2A4}"/>
              </a:ext>
            </a:extLst>
          </p:cNvPr>
          <p:cNvCxnSpPr>
            <a:cxnSpLocks/>
            <a:stCxn id="113" idx="0"/>
            <a:endCxn id="12" idx="2"/>
          </p:cNvCxnSpPr>
          <p:nvPr/>
        </p:nvCxnSpPr>
        <p:spPr>
          <a:xfrm rot="5400000" flipH="1" flipV="1">
            <a:off x="3746646" y="-667905"/>
            <a:ext cx="392523" cy="4080443"/>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BCEBC83-3A63-9418-52FA-2DC157C329F6}"/>
              </a:ext>
            </a:extLst>
          </p:cNvPr>
          <p:cNvCxnSpPr>
            <a:cxnSpLocks/>
          </p:cNvCxnSpPr>
          <p:nvPr/>
        </p:nvCxnSpPr>
        <p:spPr>
          <a:xfrm flipV="1">
            <a:off x="5975299" y="1372316"/>
            <a:ext cx="0" cy="204169"/>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BEBCA958-297E-CD00-9F62-44DE688C1782}"/>
              </a:ext>
            </a:extLst>
          </p:cNvPr>
          <p:cNvSpPr/>
          <p:nvPr/>
        </p:nvSpPr>
        <p:spPr>
          <a:xfrm>
            <a:off x="9012961" y="1526672"/>
            <a:ext cx="1591833" cy="59319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Occupational Health DHK AT OFFC 107466</a:t>
            </a:r>
          </a:p>
          <a:p>
            <a:pPr algn="ctr"/>
            <a:r>
              <a:rPr lang="en-US" sz="800" dirty="0" err="1">
                <a:solidFill>
                  <a:srgbClr val="0070C0"/>
                </a:solidFill>
              </a:rPr>
              <a:t>A.Tatanov</a:t>
            </a:r>
            <a:endParaRPr lang="en-US" sz="800" dirty="0">
              <a:solidFill>
                <a:srgbClr val="0070C0"/>
              </a:solidFill>
            </a:endParaRPr>
          </a:p>
          <a:p>
            <a:pPr algn="ctr"/>
            <a:endParaRPr lang="en-US" sz="800" b="1" dirty="0">
              <a:solidFill>
                <a:schemeClr val="tx1"/>
              </a:solidFill>
            </a:endParaRPr>
          </a:p>
        </p:txBody>
      </p:sp>
      <p:sp>
        <p:nvSpPr>
          <p:cNvPr id="10" name="TextBox 9">
            <a:extLst>
              <a:ext uri="{FF2B5EF4-FFF2-40B4-BE49-F238E27FC236}">
                <a16:creationId xmlns:a16="http://schemas.microsoft.com/office/drawing/2014/main" id="{72EE28A7-4055-0AFC-78FB-4444A04B7AEF}"/>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21</a:t>
            </a:r>
          </a:p>
        </p:txBody>
      </p:sp>
      <p:cxnSp>
        <p:nvCxnSpPr>
          <p:cNvPr id="14" name="Straight Connector 27">
            <a:extLst>
              <a:ext uri="{FF2B5EF4-FFF2-40B4-BE49-F238E27FC236}">
                <a16:creationId xmlns:a16="http://schemas.microsoft.com/office/drawing/2014/main" id="{3DF9AB38-A50D-8159-4BD5-8961D87EEBD7}"/>
              </a:ext>
            </a:extLst>
          </p:cNvPr>
          <p:cNvCxnSpPr>
            <a:cxnSpLocks/>
            <a:endCxn id="22" idx="3"/>
          </p:cNvCxnSpPr>
          <p:nvPr/>
        </p:nvCxnSpPr>
        <p:spPr>
          <a:xfrm rot="5400000">
            <a:off x="2239829" y="2200774"/>
            <a:ext cx="431981" cy="167056"/>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4A2D4E3C-E251-EAD7-C6AF-5429306A1379}"/>
              </a:ext>
            </a:extLst>
          </p:cNvPr>
          <p:cNvSpPr/>
          <p:nvPr/>
        </p:nvSpPr>
        <p:spPr>
          <a:xfrm>
            <a:off x="801846" y="2249539"/>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Hygiene Engineer </a:t>
            </a:r>
          </a:p>
          <a:p>
            <a:pPr algn="ctr"/>
            <a:r>
              <a:rPr lang="it-IT" sz="800" dirty="0">
                <a:solidFill>
                  <a:schemeClr val="tx1"/>
                </a:solidFill>
              </a:rPr>
              <a:t>DHK AT OFFC</a:t>
            </a:r>
            <a:r>
              <a:rPr lang="en-US" sz="800" dirty="0">
                <a:solidFill>
                  <a:schemeClr val="tx1"/>
                </a:solidFill>
              </a:rPr>
              <a:t> 179408</a:t>
            </a:r>
          </a:p>
          <a:p>
            <a:pPr algn="ctr"/>
            <a:r>
              <a:rPr lang="en-US" sz="800" dirty="0" err="1">
                <a:solidFill>
                  <a:srgbClr val="0070C0"/>
                </a:solidFill>
              </a:rPr>
              <a:t>M.Akhmejanov</a:t>
            </a:r>
            <a:endParaRPr lang="en-US" sz="800" dirty="0">
              <a:solidFill>
                <a:srgbClr val="0070C0"/>
              </a:solidFill>
            </a:endParaRPr>
          </a:p>
          <a:p>
            <a:pPr algn="ctr"/>
            <a:endParaRPr lang="en-US" sz="800" b="1" dirty="0">
              <a:solidFill>
                <a:schemeClr val="tx1"/>
              </a:solidFill>
            </a:endParaRPr>
          </a:p>
        </p:txBody>
      </p:sp>
      <p:cxnSp>
        <p:nvCxnSpPr>
          <p:cNvPr id="26" name="Straight Connector 27">
            <a:extLst>
              <a:ext uri="{FF2B5EF4-FFF2-40B4-BE49-F238E27FC236}">
                <a16:creationId xmlns:a16="http://schemas.microsoft.com/office/drawing/2014/main" id="{DF7F77F1-C0CB-B95D-E2AB-58F8E59B5EA9}"/>
              </a:ext>
            </a:extLst>
          </p:cNvPr>
          <p:cNvCxnSpPr>
            <a:cxnSpLocks/>
            <a:endCxn id="27" idx="3"/>
          </p:cNvCxnSpPr>
          <p:nvPr/>
        </p:nvCxnSpPr>
        <p:spPr>
          <a:xfrm rot="5400000">
            <a:off x="2143187" y="3284825"/>
            <a:ext cx="625267" cy="1670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C98C5BE-6BF9-5F97-606B-D7FF056CE52A}"/>
              </a:ext>
            </a:extLst>
          </p:cNvPr>
          <p:cNvSpPr/>
          <p:nvPr/>
        </p:nvSpPr>
        <p:spPr>
          <a:xfrm>
            <a:off x="801846" y="3430233"/>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Hygiene Engineer </a:t>
            </a:r>
          </a:p>
          <a:p>
            <a:pPr algn="ctr"/>
            <a:r>
              <a:rPr lang="en-US" sz="800" dirty="0">
                <a:solidFill>
                  <a:schemeClr val="tx1"/>
                </a:solidFill>
              </a:rPr>
              <a:t>DHK EW ROT 103398/153398</a:t>
            </a:r>
          </a:p>
          <a:p>
            <a:pPr algn="ctr"/>
            <a:r>
              <a:rPr lang="en-US" sz="800" dirty="0" err="1">
                <a:solidFill>
                  <a:srgbClr val="0070C0"/>
                </a:solidFill>
              </a:rPr>
              <a:t>T.Rasskazova</a:t>
            </a:r>
            <a:r>
              <a:rPr lang="en-US" sz="800" dirty="0">
                <a:solidFill>
                  <a:srgbClr val="2ABDF2"/>
                </a:solidFill>
              </a:rPr>
              <a:t>/</a:t>
            </a:r>
            <a:r>
              <a:rPr lang="en-US" sz="800" dirty="0" err="1">
                <a:solidFill>
                  <a:srgbClr val="0070C0"/>
                </a:solidFill>
              </a:rPr>
              <a:t>S.Nurniyazova</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cxnSp>
        <p:nvCxnSpPr>
          <p:cNvPr id="37" name="Straight Connector 27">
            <a:extLst>
              <a:ext uri="{FF2B5EF4-FFF2-40B4-BE49-F238E27FC236}">
                <a16:creationId xmlns:a16="http://schemas.microsoft.com/office/drawing/2014/main" id="{3CA66E2A-5207-ACF9-7E17-2B1BE980CCE2}"/>
              </a:ext>
            </a:extLst>
          </p:cNvPr>
          <p:cNvCxnSpPr>
            <a:cxnSpLocks/>
            <a:endCxn id="38" idx="3"/>
          </p:cNvCxnSpPr>
          <p:nvPr/>
        </p:nvCxnSpPr>
        <p:spPr>
          <a:xfrm rot="5400000">
            <a:off x="2132278" y="2683570"/>
            <a:ext cx="647084" cy="1670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08242DC5-4CDC-351A-EEB1-6CDB54D5A6F0}"/>
              </a:ext>
            </a:extLst>
          </p:cNvPr>
          <p:cNvSpPr/>
          <p:nvPr/>
        </p:nvSpPr>
        <p:spPr>
          <a:xfrm>
            <a:off x="801846" y="2839886"/>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Sanitary Compliance Doctor</a:t>
            </a:r>
          </a:p>
          <a:p>
            <a:pPr algn="ctr"/>
            <a:r>
              <a:rPr lang="en-US" sz="800" dirty="0">
                <a:solidFill>
                  <a:schemeClr val="tx1"/>
                </a:solidFill>
              </a:rPr>
              <a:t>DHK EW ROT 103396/110011</a:t>
            </a:r>
          </a:p>
          <a:p>
            <a:pPr algn="ctr"/>
            <a:r>
              <a:rPr lang="en-US" sz="800" dirty="0" err="1">
                <a:solidFill>
                  <a:srgbClr val="0070C0"/>
                </a:solidFill>
              </a:rPr>
              <a:t>A.Azangaliyeva</a:t>
            </a:r>
            <a:r>
              <a:rPr lang="en-US" sz="800" dirty="0">
                <a:solidFill>
                  <a:srgbClr val="2ABDF2"/>
                </a:solidFill>
              </a:rPr>
              <a:t>/</a:t>
            </a:r>
            <a:r>
              <a:rPr lang="en-US" sz="800" dirty="0" err="1">
                <a:solidFill>
                  <a:srgbClr val="0070C0"/>
                </a:solidFill>
              </a:rPr>
              <a:t>P.Pak</a:t>
            </a:r>
            <a:endParaRPr lang="en-US" sz="800" dirty="0">
              <a:solidFill>
                <a:srgbClr val="0070C0"/>
              </a:solidFill>
            </a:endParaRPr>
          </a:p>
          <a:p>
            <a:pPr algn="ctr"/>
            <a:endParaRPr lang="en-US" sz="800" b="1" dirty="0">
              <a:solidFill>
                <a:schemeClr val="tx1"/>
              </a:solidFill>
            </a:endParaRPr>
          </a:p>
        </p:txBody>
      </p:sp>
      <p:sp>
        <p:nvSpPr>
          <p:cNvPr id="39" name="Rectangle 38">
            <a:extLst>
              <a:ext uri="{FF2B5EF4-FFF2-40B4-BE49-F238E27FC236}">
                <a16:creationId xmlns:a16="http://schemas.microsoft.com/office/drawing/2014/main" id="{2DCFFD4C-8D16-8023-5549-603CCEF8C5B3}"/>
              </a:ext>
            </a:extLst>
          </p:cNvPr>
          <p:cNvSpPr/>
          <p:nvPr/>
        </p:nvSpPr>
        <p:spPr>
          <a:xfrm>
            <a:off x="801846" y="4021656"/>
            <a:ext cx="1570445" cy="54415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sz="800" dirty="0" err="1">
                <a:solidFill>
                  <a:schemeClr val="tx1"/>
                </a:solidFill>
              </a:rPr>
              <a:t>Sanitary</a:t>
            </a:r>
            <a:r>
              <a:rPr lang="it-IT" sz="800" dirty="0">
                <a:solidFill>
                  <a:schemeClr val="tx1"/>
                </a:solidFill>
              </a:rPr>
              <a:t> Compliance Coordinator </a:t>
            </a:r>
          </a:p>
          <a:p>
            <a:pPr algn="ctr"/>
            <a:r>
              <a:rPr lang="it-IT" sz="800" dirty="0">
                <a:solidFill>
                  <a:schemeClr val="tx1"/>
                </a:solidFill>
              </a:rPr>
              <a:t> DHK AT OFFC 102946 </a:t>
            </a:r>
            <a:r>
              <a:rPr lang="it-IT" sz="800" dirty="0" err="1">
                <a:solidFill>
                  <a:srgbClr val="0070C0"/>
                </a:solidFill>
              </a:rPr>
              <a:t>D.Daumanova</a:t>
            </a:r>
            <a:endParaRPr lang="it-IT" sz="800" dirty="0">
              <a:solidFill>
                <a:srgbClr val="0070C0"/>
              </a:solidFill>
            </a:endParaRPr>
          </a:p>
          <a:p>
            <a:pPr algn="ctr"/>
            <a:endParaRPr lang="en-US" sz="800" b="1" dirty="0">
              <a:solidFill>
                <a:schemeClr val="tx1"/>
              </a:solidFill>
            </a:endParaRPr>
          </a:p>
        </p:txBody>
      </p:sp>
      <p:cxnSp>
        <p:nvCxnSpPr>
          <p:cNvPr id="41" name="Straight Connector 27">
            <a:extLst>
              <a:ext uri="{FF2B5EF4-FFF2-40B4-BE49-F238E27FC236}">
                <a16:creationId xmlns:a16="http://schemas.microsoft.com/office/drawing/2014/main" id="{922C26E6-12A6-56AF-7932-8DCE9E660195}"/>
              </a:ext>
            </a:extLst>
          </p:cNvPr>
          <p:cNvCxnSpPr>
            <a:cxnSpLocks/>
            <a:endCxn id="42" idx="3"/>
          </p:cNvCxnSpPr>
          <p:nvPr/>
        </p:nvCxnSpPr>
        <p:spPr>
          <a:xfrm rot="5400000">
            <a:off x="2137551" y="5114061"/>
            <a:ext cx="636539" cy="167057"/>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08464CF9-C6D8-186A-CFCD-CD0A193BCF63}"/>
              </a:ext>
            </a:extLst>
          </p:cNvPr>
          <p:cNvSpPr/>
          <p:nvPr/>
        </p:nvSpPr>
        <p:spPr>
          <a:xfrm>
            <a:off x="801846" y="5265105"/>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Hygiene Engineer </a:t>
            </a:r>
          </a:p>
          <a:p>
            <a:pPr algn="ctr"/>
            <a:r>
              <a:rPr lang="it-IT" sz="800" dirty="0">
                <a:solidFill>
                  <a:schemeClr val="tx1"/>
                </a:solidFill>
              </a:rPr>
              <a:t>COK AT OFFC</a:t>
            </a:r>
            <a:r>
              <a:rPr lang="en-US" sz="800" dirty="0">
                <a:solidFill>
                  <a:schemeClr val="tx1"/>
                </a:solidFill>
              </a:rPr>
              <a:t> 107521</a:t>
            </a:r>
          </a:p>
          <a:p>
            <a:pPr algn="ctr"/>
            <a:r>
              <a:rPr lang="en-US" sz="800" dirty="0" err="1">
                <a:solidFill>
                  <a:srgbClr val="0070C0"/>
                </a:solidFill>
              </a:rPr>
              <a:t>K.Taipysheva</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cxnSp>
        <p:nvCxnSpPr>
          <p:cNvPr id="44" name="Straight Connector 27">
            <a:extLst>
              <a:ext uri="{FF2B5EF4-FFF2-40B4-BE49-F238E27FC236}">
                <a16:creationId xmlns:a16="http://schemas.microsoft.com/office/drawing/2014/main" id="{4FE07BDF-D6D6-ED05-4E54-638A26A13531}"/>
              </a:ext>
            </a:extLst>
          </p:cNvPr>
          <p:cNvCxnSpPr>
            <a:cxnSpLocks/>
            <a:endCxn id="45" idx="3"/>
          </p:cNvCxnSpPr>
          <p:nvPr/>
        </p:nvCxnSpPr>
        <p:spPr>
          <a:xfrm rot="5400000">
            <a:off x="2118628" y="4479883"/>
            <a:ext cx="674393" cy="167065"/>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28DE2854-147A-EF65-DC50-4B6304835592}"/>
              </a:ext>
            </a:extLst>
          </p:cNvPr>
          <p:cNvSpPr/>
          <p:nvPr/>
        </p:nvSpPr>
        <p:spPr>
          <a:xfrm>
            <a:off x="801846" y="4612003"/>
            <a:ext cx="1570445" cy="577217"/>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Radiation Protection &amp; Industrial Hygiene Engineer </a:t>
            </a:r>
          </a:p>
          <a:p>
            <a:pPr algn="ctr"/>
            <a:r>
              <a:rPr lang="it-IT" sz="800" dirty="0">
                <a:solidFill>
                  <a:schemeClr val="tx1"/>
                </a:solidFill>
              </a:rPr>
              <a:t>COK AT OFFC</a:t>
            </a:r>
            <a:r>
              <a:rPr lang="en-US" sz="800" dirty="0">
                <a:solidFill>
                  <a:schemeClr val="tx1"/>
                </a:solidFill>
              </a:rPr>
              <a:t> 103289 </a:t>
            </a:r>
            <a:r>
              <a:rPr lang="en-US" sz="800" dirty="0" err="1">
                <a:solidFill>
                  <a:srgbClr val="0070C0"/>
                </a:solidFill>
              </a:rPr>
              <a:t>N.Sychevanov</a:t>
            </a:r>
            <a:endParaRPr lang="en-US" sz="800" dirty="0">
              <a:solidFill>
                <a:srgbClr val="0070C0"/>
              </a:solidFill>
            </a:endParaRPr>
          </a:p>
          <a:p>
            <a:pPr algn="ctr"/>
            <a:endParaRPr lang="en-US" sz="800" b="1" dirty="0">
              <a:solidFill>
                <a:schemeClr val="tx1"/>
              </a:solidFill>
            </a:endParaRPr>
          </a:p>
        </p:txBody>
      </p:sp>
      <p:cxnSp>
        <p:nvCxnSpPr>
          <p:cNvPr id="46" name="Straight Connector 27">
            <a:extLst>
              <a:ext uri="{FF2B5EF4-FFF2-40B4-BE49-F238E27FC236}">
                <a16:creationId xmlns:a16="http://schemas.microsoft.com/office/drawing/2014/main" id="{058A5B8B-7EB2-A895-46AE-BC305E412C3A}"/>
              </a:ext>
            </a:extLst>
          </p:cNvPr>
          <p:cNvCxnSpPr>
            <a:cxnSpLocks/>
            <a:endCxn id="39" idx="3"/>
          </p:cNvCxnSpPr>
          <p:nvPr/>
        </p:nvCxnSpPr>
        <p:spPr>
          <a:xfrm rot="5400000">
            <a:off x="2148565" y="3902948"/>
            <a:ext cx="614512" cy="167060"/>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F2510779-D70B-3EAE-A192-BE5AAC830CF8}"/>
              </a:ext>
            </a:extLst>
          </p:cNvPr>
          <p:cNvSpPr/>
          <p:nvPr/>
        </p:nvSpPr>
        <p:spPr>
          <a:xfrm>
            <a:off x="4003757" y="2332439"/>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a:t>
            </a:r>
          </a:p>
          <a:p>
            <a:pPr algn="ctr"/>
            <a:r>
              <a:rPr lang="en-US" sz="800" dirty="0">
                <a:solidFill>
                  <a:schemeClr val="tx1"/>
                </a:solidFill>
              </a:rPr>
              <a:t>DHK OR ROT 107388/101191</a:t>
            </a:r>
          </a:p>
          <a:p>
            <a:pPr algn="ctr"/>
            <a:r>
              <a:rPr lang="en-US" sz="800">
                <a:solidFill>
                  <a:srgbClr val="0070C0"/>
                </a:solidFill>
              </a:rPr>
              <a:t>M. Aukeshev</a:t>
            </a:r>
            <a:r>
              <a:rPr lang="en-US" sz="800">
                <a:solidFill>
                  <a:srgbClr val="2ABDF2"/>
                </a:solidFill>
              </a:rPr>
              <a:t> </a:t>
            </a:r>
            <a:r>
              <a:rPr lang="en-US" sz="800" dirty="0">
                <a:solidFill>
                  <a:srgbClr val="2ABDF2"/>
                </a:solidFill>
              </a:rPr>
              <a:t>/ </a:t>
            </a:r>
            <a:r>
              <a:rPr lang="en-US" sz="800">
                <a:solidFill>
                  <a:srgbClr val="0070C0"/>
                </a:solidFill>
              </a:rPr>
              <a:t>K. Kusmoldin</a:t>
            </a:r>
            <a:r>
              <a:rPr lang="en-US" sz="800">
                <a:solidFill>
                  <a:schemeClr val="tx1"/>
                </a:solidFill>
              </a:rPr>
              <a:t> </a:t>
            </a:r>
            <a:endParaRPr lang="en-US" sz="800" dirty="0">
              <a:solidFill>
                <a:schemeClr val="tx1"/>
              </a:solidFill>
            </a:endParaRPr>
          </a:p>
          <a:p>
            <a:pPr algn="ctr"/>
            <a:endParaRPr lang="en-US" sz="800" b="1" dirty="0">
              <a:solidFill>
                <a:schemeClr val="tx1"/>
              </a:solidFill>
            </a:endParaRPr>
          </a:p>
        </p:txBody>
      </p:sp>
      <p:sp>
        <p:nvSpPr>
          <p:cNvPr id="60" name="Rectangle 59">
            <a:extLst>
              <a:ext uri="{FF2B5EF4-FFF2-40B4-BE49-F238E27FC236}">
                <a16:creationId xmlns:a16="http://schemas.microsoft.com/office/drawing/2014/main" id="{6A4EB8C8-A349-3E91-A34A-4A4D4C3D94FA}"/>
              </a:ext>
            </a:extLst>
          </p:cNvPr>
          <p:cNvSpPr/>
          <p:nvPr/>
        </p:nvSpPr>
        <p:spPr>
          <a:xfrm>
            <a:off x="4241159" y="3001800"/>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(Site)</a:t>
            </a:r>
          </a:p>
          <a:p>
            <a:pPr algn="ctr"/>
            <a:r>
              <a:rPr lang="en-US" sz="800" dirty="0">
                <a:solidFill>
                  <a:schemeClr val="tx1"/>
                </a:solidFill>
              </a:rPr>
              <a:t>COK/DHK OR ROT 100864/123956</a:t>
            </a:r>
          </a:p>
          <a:p>
            <a:pPr algn="ctr"/>
            <a:r>
              <a:rPr lang="en-US" sz="800" dirty="0" err="1">
                <a:solidFill>
                  <a:srgbClr val="0070C0"/>
                </a:solidFill>
              </a:rPr>
              <a:t>S.Zhurgenbayev</a:t>
            </a:r>
            <a:r>
              <a:rPr lang="en-US" sz="800" dirty="0">
                <a:solidFill>
                  <a:srgbClr val="0070C0"/>
                </a:solidFill>
              </a:rPr>
              <a:t> </a:t>
            </a:r>
            <a:r>
              <a:rPr lang="en-US" sz="800" dirty="0">
                <a:solidFill>
                  <a:srgbClr val="2ABDF2"/>
                </a:solidFill>
              </a:rPr>
              <a:t>/ </a:t>
            </a:r>
            <a:r>
              <a:rPr lang="en-US" sz="800" dirty="0" err="1">
                <a:solidFill>
                  <a:srgbClr val="0070C0"/>
                </a:solidFill>
              </a:rPr>
              <a:t>R.Badayev</a:t>
            </a:r>
            <a:endParaRPr lang="en-US" sz="800" dirty="0">
              <a:solidFill>
                <a:srgbClr val="0070C0"/>
              </a:solidFill>
            </a:endParaRPr>
          </a:p>
          <a:p>
            <a:pPr algn="ctr"/>
            <a:endParaRPr lang="en-US" sz="800" b="1" dirty="0">
              <a:solidFill>
                <a:schemeClr val="tx1"/>
              </a:solidFill>
            </a:endParaRPr>
          </a:p>
        </p:txBody>
      </p:sp>
      <p:sp>
        <p:nvSpPr>
          <p:cNvPr id="61" name="Rectangle 60">
            <a:extLst>
              <a:ext uri="{FF2B5EF4-FFF2-40B4-BE49-F238E27FC236}">
                <a16:creationId xmlns:a16="http://schemas.microsoft.com/office/drawing/2014/main" id="{FFB8D8B7-78E5-8FE9-3580-A5809C440DBF}"/>
              </a:ext>
            </a:extLst>
          </p:cNvPr>
          <p:cNvSpPr/>
          <p:nvPr/>
        </p:nvSpPr>
        <p:spPr>
          <a:xfrm>
            <a:off x="4241158" y="3685792"/>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(Site)</a:t>
            </a:r>
          </a:p>
          <a:p>
            <a:pPr algn="ctr"/>
            <a:r>
              <a:rPr lang="en-US" sz="800" dirty="0">
                <a:solidFill>
                  <a:schemeClr val="tx1"/>
                </a:solidFill>
              </a:rPr>
              <a:t>DHK/COK OR ROT 110013/110012</a:t>
            </a:r>
          </a:p>
          <a:p>
            <a:pPr algn="ctr"/>
            <a:r>
              <a:rPr lang="en-US" sz="800" dirty="0" err="1">
                <a:solidFill>
                  <a:srgbClr val="0070C0"/>
                </a:solidFill>
              </a:rPr>
              <a:t>V.Kozlov</a:t>
            </a:r>
            <a:r>
              <a:rPr lang="en-US" sz="800" dirty="0">
                <a:solidFill>
                  <a:srgbClr val="2ABDF2"/>
                </a:solidFill>
              </a:rPr>
              <a:t> / </a:t>
            </a:r>
            <a:r>
              <a:rPr lang="en-US" sz="800" dirty="0" err="1">
                <a:solidFill>
                  <a:srgbClr val="0070C0"/>
                </a:solidFill>
              </a:rPr>
              <a:t>B.Bektursinov</a:t>
            </a:r>
            <a:endParaRPr lang="en-US" sz="800" dirty="0">
              <a:solidFill>
                <a:srgbClr val="0070C0"/>
              </a:solidFill>
            </a:endParaRPr>
          </a:p>
          <a:p>
            <a:pPr algn="ctr"/>
            <a:endParaRPr lang="en-US" sz="800" dirty="0">
              <a:solidFill>
                <a:schemeClr val="tx1"/>
              </a:solidFill>
            </a:endParaRPr>
          </a:p>
          <a:p>
            <a:pPr algn="ctr"/>
            <a:endParaRPr lang="en-US" sz="800" b="1" dirty="0">
              <a:solidFill>
                <a:schemeClr val="tx1"/>
              </a:solidFill>
            </a:endParaRPr>
          </a:p>
        </p:txBody>
      </p:sp>
      <p:sp>
        <p:nvSpPr>
          <p:cNvPr id="63" name="Rectangle 62">
            <a:extLst>
              <a:ext uri="{FF2B5EF4-FFF2-40B4-BE49-F238E27FC236}">
                <a16:creationId xmlns:a16="http://schemas.microsoft.com/office/drawing/2014/main" id="{BE280030-3A96-6A43-E903-17CBF2834847}"/>
              </a:ext>
            </a:extLst>
          </p:cNvPr>
          <p:cNvSpPr/>
          <p:nvPr/>
        </p:nvSpPr>
        <p:spPr>
          <a:xfrm>
            <a:off x="6501623" y="2336274"/>
            <a:ext cx="1854841" cy="58004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Medical Services Supervisor </a:t>
            </a:r>
          </a:p>
          <a:p>
            <a:pPr algn="ctr"/>
            <a:r>
              <a:rPr lang="en-US" sz="800" dirty="0">
                <a:solidFill>
                  <a:schemeClr val="tx1"/>
                </a:solidFill>
              </a:rPr>
              <a:t>DHK EW ROT 109701/110116</a:t>
            </a:r>
          </a:p>
          <a:p>
            <a:pPr algn="ctr"/>
            <a:r>
              <a:rPr lang="en-US" sz="800">
                <a:solidFill>
                  <a:srgbClr val="0070C0"/>
                </a:solidFill>
              </a:rPr>
              <a:t>A. Bissenbayev</a:t>
            </a:r>
            <a:r>
              <a:rPr lang="en-US" sz="800">
                <a:solidFill>
                  <a:srgbClr val="2ABDF2"/>
                </a:solidFill>
              </a:rPr>
              <a:t>a </a:t>
            </a:r>
            <a:r>
              <a:rPr lang="en-US" sz="800" dirty="0">
                <a:solidFill>
                  <a:srgbClr val="2ABDF2"/>
                </a:solidFill>
              </a:rPr>
              <a:t>/ </a:t>
            </a:r>
            <a:r>
              <a:rPr lang="en-US" sz="800">
                <a:solidFill>
                  <a:srgbClr val="0070C0"/>
                </a:solidFill>
              </a:rPr>
              <a:t>M. Yessimzhanov</a:t>
            </a:r>
            <a:endParaRPr lang="en-US" sz="800" dirty="0">
              <a:solidFill>
                <a:srgbClr val="0070C0"/>
              </a:solidFill>
            </a:endParaRPr>
          </a:p>
        </p:txBody>
      </p:sp>
      <p:sp>
        <p:nvSpPr>
          <p:cNvPr id="64" name="Rectangle 63">
            <a:extLst>
              <a:ext uri="{FF2B5EF4-FFF2-40B4-BE49-F238E27FC236}">
                <a16:creationId xmlns:a16="http://schemas.microsoft.com/office/drawing/2014/main" id="{E1D3A0D2-112A-D8B5-1325-7523C76E7800}"/>
              </a:ext>
            </a:extLst>
          </p:cNvPr>
          <p:cNvSpPr/>
          <p:nvPr/>
        </p:nvSpPr>
        <p:spPr>
          <a:xfrm>
            <a:off x="6760869" y="3051370"/>
            <a:ext cx="1854841" cy="1005120"/>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 Doctor (Site) EW ROT</a:t>
            </a:r>
          </a:p>
          <a:p>
            <a:pPr algn="ctr"/>
            <a:r>
              <a:rPr lang="en-US" sz="800" dirty="0">
                <a:solidFill>
                  <a:schemeClr val="tx1"/>
                </a:solidFill>
              </a:rPr>
              <a:t>COK 179101 </a:t>
            </a:r>
            <a:r>
              <a:rPr lang="en-US" sz="800">
                <a:solidFill>
                  <a:srgbClr val="0070C0"/>
                </a:solidFill>
              </a:rPr>
              <a:t>T. Omaro</a:t>
            </a:r>
            <a:r>
              <a:rPr lang="en-US" sz="800">
                <a:solidFill>
                  <a:srgbClr val="2ABDF2"/>
                </a:solidFill>
              </a:rPr>
              <a:t>v</a:t>
            </a:r>
            <a:endParaRPr lang="en-US" sz="800" dirty="0">
              <a:solidFill>
                <a:srgbClr val="2ABDF2"/>
              </a:solidFill>
            </a:endParaRPr>
          </a:p>
          <a:p>
            <a:pPr algn="ctr"/>
            <a:r>
              <a:rPr lang="en-US" sz="800" dirty="0">
                <a:solidFill>
                  <a:schemeClr val="tx1"/>
                </a:solidFill>
              </a:rPr>
              <a:t>COK 179355 </a:t>
            </a:r>
            <a:r>
              <a:rPr lang="en-US" sz="800">
                <a:solidFill>
                  <a:srgbClr val="0070C0"/>
                </a:solidFill>
              </a:rPr>
              <a:t>N. Maratul</a:t>
            </a:r>
            <a:r>
              <a:rPr lang="en-US" sz="800">
                <a:solidFill>
                  <a:srgbClr val="2ABDF2"/>
                </a:solidFill>
              </a:rPr>
              <a:t>y</a:t>
            </a:r>
            <a:endParaRPr lang="en-US" sz="800" dirty="0">
              <a:solidFill>
                <a:srgbClr val="2ABDF2"/>
              </a:solidFill>
            </a:endParaRPr>
          </a:p>
          <a:p>
            <a:pPr algn="ctr"/>
            <a:r>
              <a:rPr lang="en-US" sz="800" dirty="0">
                <a:solidFill>
                  <a:schemeClr val="tx1"/>
                </a:solidFill>
              </a:rPr>
              <a:t>DHK 103532 </a:t>
            </a:r>
            <a:r>
              <a:rPr lang="en-US" sz="800" dirty="0" err="1">
                <a:solidFill>
                  <a:srgbClr val="0070C0"/>
                </a:solidFill>
              </a:rPr>
              <a:t>B.Altynbekov</a:t>
            </a:r>
            <a:endParaRPr lang="en-US" sz="800" dirty="0">
              <a:solidFill>
                <a:srgbClr val="0070C0"/>
              </a:solidFill>
            </a:endParaRPr>
          </a:p>
          <a:p>
            <a:pPr algn="ctr"/>
            <a:r>
              <a:rPr lang="en-US" sz="800" dirty="0">
                <a:solidFill>
                  <a:schemeClr val="tx1"/>
                </a:solidFill>
              </a:rPr>
              <a:t>DHK 102365 </a:t>
            </a:r>
            <a:r>
              <a:rPr lang="en-US" sz="800" dirty="0" err="1">
                <a:solidFill>
                  <a:srgbClr val="0070C0"/>
                </a:solidFill>
              </a:rPr>
              <a:t>V.Kim</a:t>
            </a:r>
            <a:endParaRPr lang="en-US" sz="800" dirty="0">
              <a:solidFill>
                <a:srgbClr val="0070C0"/>
              </a:solidFill>
            </a:endParaRPr>
          </a:p>
          <a:p>
            <a:pPr algn="ctr"/>
            <a:r>
              <a:rPr lang="en-US" sz="800" dirty="0">
                <a:solidFill>
                  <a:schemeClr val="tx1"/>
                </a:solidFill>
              </a:rPr>
              <a:t>COK 103264 </a:t>
            </a:r>
            <a:r>
              <a:rPr lang="en-US" sz="800">
                <a:solidFill>
                  <a:srgbClr val="0070C0"/>
                </a:solidFill>
              </a:rPr>
              <a:t>A. Kairatul</a:t>
            </a:r>
            <a:r>
              <a:rPr lang="en-US" sz="800">
                <a:solidFill>
                  <a:srgbClr val="2ABDF2"/>
                </a:solidFill>
              </a:rPr>
              <a:t>y</a:t>
            </a:r>
            <a:endParaRPr lang="en-US" sz="800" dirty="0">
              <a:solidFill>
                <a:srgbClr val="2ABDF2"/>
              </a:solidFill>
            </a:endParaRPr>
          </a:p>
          <a:p>
            <a:pPr algn="ctr"/>
            <a:r>
              <a:rPr lang="en-US" sz="800" dirty="0">
                <a:solidFill>
                  <a:schemeClr val="tx1"/>
                </a:solidFill>
              </a:rPr>
              <a:t>DHK 103956 </a:t>
            </a:r>
            <a:r>
              <a:rPr lang="en-US" sz="800" dirty="0" err="1">
                <a:solidFill>
                  <a:srgbClr val="0070C0"/>
                </a:solidFill>
              </a:rPr>
              <a:t>S.Zhumagazina</a:t>
            </a:r>
            <a:endParaRPr lang="en-US" sz="800" dirty="0">
              <a:solidFill>
                <a:srgbClr val="0070C0"/>
              </a:solidFill>
            </a:endParaRPr>
          </a:p>
          <a:p>
            <a:pPr algn="ctr"/>
            <a:endParaRPr lang="en-US" sz="800" dirty="0">
              <a:solidFill>
                <a:schemeClr val="tx1"/>
              </a:solidFill>
            </a:endParaRPr>
          </a:p>
        </p:txBody>
      </p:sp>
      <p:sp>
        <p:nvSpPr>
          <p:cNvPr id="65" name="Rectangle 64">
            <a:extLst>
              <a:ext uri="{FF2B5EF4-FFF2-40B4-BE49-F238E27FC236}">
                <a16:creationId xmlns:a16="http://schemas.microsoft.com/office/drawing/2014/main" id="{0607EC6E-3739-E257-E505-B11AB712C784}"/>
              </a:ext>
            </a:extLst>
          </p:cNvPr>
          <p:cNvSpPr/>
          <p:nvPr/>
        </p:nvSpPr>
        <p:spPr>
          <a:xfrm>
            <a:off x="6760867" y="4120050"/>
            <a:ext cx="1854841" cy="117114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Nurse EW ROT</a:t>
            </a:r>
          </a:p>
          <a:p>
            <a:pPr algn="ctr"/>
            <a:r>
              <a:rPr lang="en-US" sz="800" dirty="0">
                <a:solidFill>
                  <a:schemeClr val="tx1"/>
                </a:solidFill>
              </a:rPr>
              <a:t>COK 179317 </a:t>
            </a:r>
            <a:r>
              <a:rPr lang="en-US" sz="800" dirty="0" err="1">
                <a:solidFill>
                  <a:srgbClr val="0070C0"/>
                </a:solidFill>
              </a:rPr>
              <a:t>D.Muradimov</a:t>
            </a:r>
            <a:endParaRPr lang="en-US" sz="800" dirty="0">
              <a:solidFill>
                <a:srgbClr val="0070C0"/>
              </a:solidFill>
            </a:endParaRPr>
          </a:p>
          <a:p>
            <a:pPr algn="ctr"/>
            <a:r>
              <a:rPr lang="en-US" sz="800" dirty="0">
                <a:solidFill>
                  <a:schemeClr val="tx1"/>
                </a:solidFill>
              </a:rPr>
              <a:t>COK 179318 </a:t>
            </a:r>
            <a:r>
              <a:rPr lang="en-US" sz="800">
                <a:solidFill>
                  <a:srgbClr val="0070C0"/>
                </a:solidFill>
              </a:rPr>
              <a:t>D. Sepbaye</a:t>
            </a:r>
            <a:r>
              <a:rPr lang="en-US" sz="800">
                <a:solidFill>
                  <a:srgbClr val="2ABDF2"/>
                </a:solidFill>
              </a:rPr>
              <a:t>v</a:t>
            </a:r>
            <a:r>
              <a:rPr lang="en-US" sz="800" dirty="0">
                <a:solidFill>
                  <a:schemeClr val="tx1"/>
                </a:solidFill>
              </a:rPr>
              <a:t>, </a:t>
            </a:r>
          </a:p>
          <a:p>
            <a:pPr algn="ctr"/>
            <a:r>
              <a:rPr lang="en-US" sz="800" dirty="0">
                <a:solidFill>
                  <a:schemeClr val="tx1"/>
                </a:solidFill>
              </a:rPr>
              <a:t>COK 179319 </a:t>
            </a:r>
            <a:r>
              <a:rPr lang="en-US" sz="800" dirty="0" err="1">
                <a:solidFill>
                  <a:srgbClr val="0070C0"/>
                </a:solidFill>
              </a:rPr>
              <a:t>D.Julamanov</a:t>
            </a:r>
            <a:endParaRPr lang="en-US" sz="800" dirty="0">
              <a:solidFill>
                <a:srgbClr val="0070C0"/>
              </a:solidFill>
            </a:endParaRPr>
          </a:p>
          <a:p>
            <a:pPr algn="ctr"/>
            <a:r>
              <a:rPr lang="en-US" sz="800" dirty="0">
                <a:solidFill>
                  <a:schemeClr val="tx1"/>
                </a:solidFill>
              </a:rPr>
              <a:t>COK 179320 </a:t>
            </a:r>
            <a:r>
              <a:rPr lang="en-US" sz="800" dirty="0" err="1">
                <a:solidFill>
                  <a:srgbClr val="0070C0"/>
                </a:solidFill>
              </a:rPr>
              <a:t>O.Talkanbayev</a:t>
            </a:r>
            <a:endParaRPr lang="en-US" sz="800" dirty="0">
              <a:solidFill>
                <a:srgbClr val="0070C0"/>
              </a:solidFill>
            </a:endParaRPr>
          </a:p>
          <a:p>
            <a:pPr algn="ctr"/>
            <a:r>
              <a:rPr lang="en-US" sz="800" dirty="0">
                <a:solidFill>
                  <a:schemeClr val="tx1"/>
                </a:solidFill>
              </a:rPr>
              <a:t>COK 121680 </a:t>
            </a:r>
            <a:r>
              <a:rPr lang="en-US" sz="800" dirty="0" err="1">
                <a:solidFill>
                  <a:srgbClr val="0070C0"/>
                </a:solidFill>
              </a:rPr>
              <a:t>I.Sitdikov</a:t>
            </a:r>
            <a:endParaRPr lang="en-US" sz="800" dirty="0">
              <a:solidFill>
                <a:srgbClr val="0070C0"/>
              </a:solidFill>
            </a:endParaRPr>
          </a:p>
          <a:p>
            <a:pPr algn="ctr"/>
            <a:r>
              <a:rPr lang="en-US" sz="800" dirty="0">
                <a:solidFill>
                  <a:schemeClr val="tx1"/>
                </a:solidFill>
              </a:rPr>
              <a:t>COK 151680 </a:t>
            </a:r>
            <a:r>
              <a:rPr lang="en-US" sz="800" dirty="0" err="1">
                <a:solidFill>
                  <a:srgbClr val="0070C0"/>
                </a:solidFill>
              </a:rPr>
              <a:t>A.Bizhanov</a:t>
            </a:r>
            <a:endParaRPr lang="en-US" sz="800" dirty="0">
              <a:solidFill>
                <a:srgbClr val="0070C0"/>
              </a:solidFill>
            </a:endParaRPr>
          </a:p>
          <a:p>
            <a:pPr algn="ctr"/>
            <a:r>
              <a:rPr lang="en-US" sz="800" dirty="0">
                <a:solidFill>
                  <a:schemeClr val="tx1"/>
                </a:solidFill>
              </a:rPr>
              <a:t>COK 110017 </a:t>
            </a:r>
            <a:r>
              <a:rPr lang="en-US" sz="800" dirty="0" err="1">
                <a:solidFill>
                  <a:srgbClr val="0070C0"/>
                </a:solidFill>
              </a:rPr>
              <a:t>M.Kereyev</a:t>
            </a:r>
            <a:endParaRPr lang="en-US" sz="800" dirty="0">
              <a:solidFill>
                <a:srgbClr val="0070C0"/>
              </a:solidFill>
            </a:endParaRPr>
          </a:p>
          <a:p>
            <a:pPr algn="ctr"/>
            <a:r>
              <a:rPr lang="en-US" sz="800" dirty="0">
                <a:solidFill>
                  <a:schemeClr val="tx1"/>
                </a:solidFill>
              </a:rPr>
              <a:t>COK 103931 </a:t>
            </a:r>
            <a:r>
              <a:rPr lang="en-US" sz="800" dirty="0" err="1">
                <a:solidFill>
                  <a:srgbClr val="0070C0"/>
                </a:solidFill>
              </a:rPr>
              <a:t>N.Nurgaliyev</a:t>
            </a:r>
            <a:endParaRPr lang="en-US" sz="800" dirty="0">
              <a:solidFill>
                <a:srgbClr val="0070C0"/>
              </a:solidFill>
            </a:endParaRPr>
          </a:p>
        </p:txBody>
      </p:sp>
      <p:cxnSp>
        <p:nvCxnSpPr>
          <p:cNvPr id="73" name="Straight Connector 27">
            <a:extLst>
              <a:ext uri="{FF2B5EF4-FFF2-40B4-BE49-F238E27FC236}">
                <a16:creationId xmlns:a16="http://schemas.microsoft.com/office/drawing/2014/main" id="{B9AD20B7-7E97-E70C-803D-B4A5759B224D}"/>
              </a:ext>
            </a:extLst>
          </p:cNvPr>
          <p:cNvCxnSpPr>
            <a:cxnSpLocks/>
          </p:cNvCxnSpPr>
          <p:nvPr/>
        </p:nvCxnSpPr>
        <p:spPr>
          <a:xfrm rot="16200000" flipH="1">
            <a:off x="8899383" y="2869449"/>
            <a:ext cx="625267" cy="16705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4" name="Straight Connector 27">
            <a:extLst>
              <a:ext uri="{FF2B5EF4-FFF2-40B4-BE49-F238E27FC236}">
                <a16:creationId xmlns:a16="http://schemas.microsoft.com/office/drawing/2014/main" id="{0ADD4C61-A468-E92C-D4D5-388C894985B0}"/>
              </a:ext>
            </a:extLst>
          </p:cNvPr>
          <p:cNvCxnSpPr>
            <a:cxnSpLocks/>
            <a:endCxn id="20" idx="1"/>
          </p:cNvCxnSpPr>
          <p:nvPr/>
        </p:nvCxnSpPr>
        <p:spPr>
          <a:xfrm rot="16200000" flipH="1">
            <a:off x="8951775" y="2296573"/>
            <a:ext cx="520481" cy="16706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5" name="Straight Connector 27">
            <a:extLst>
              <a:ext uri="{FF2B5EF4-FFF2-40B4-BE49-F238E27FC236}">
                <a16:creationId xmlns:a16="http://schemas.microsoft.com/office/drawing/2014/main" id="{523FDFCA-31D7-10C4-E484-558EA05EC400}"/>
              </a:ext>
            </a:extLst>
          </p:cNvPr>
          <p:cNvCxnSpPr>
            <a:cxnSpLocks/>
          </p:cNvCxnSpPr>
          <p:nvPr/>
        </p:nvCxnSpPr>
        <p:spPr>
          <a:xfrm rot="16200000" flipH="1">
            <a:off x="8893747" y="4635931"/>
            <a:ext cx="636539" cy="16705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79" name="Straight Connector 27">
            <a:extLst>
              <a:ext uri="{FF2B5EF4-FFF2-40B4-BE49-F238E27FC236}">
                <a16:creationId xmlns:a16="http://schemas.microsoft.com/office/drawing/2014/main" id="{C1F20756-4C78-E005-DD8B-B9D6EEA33269}"/>
              </a:ext>
            </a:extLst>
          </p:cNvPr>
          <p:cNvCxnSpPr>
            <a:cxnSpLocks/>
          </p:cNvCxnSpPr>
          <p:nvPr/>
        </p:nvCxnSpPr>
        <p:spPr>
          <a:xfrm rot="16200000" flipH="1">
            <a:off x="8893747" y="4045584"/>
            <a:ext cx="636539" cy="16705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0" name="Straight Connector 27">
            <a:extLst>
              <a:ext uri="{FF2B5EF4-FFF2-40B4-BE49-F238E27FC236}">
                <a16:creationId xmlns:a16="http://schemas.microsoft.com/office/drawing/2014/main" id="{92AF721F-5409-BA39-88BC-8E70A263C75E}"/>
              </a:ext>
            </a:extLst>
          </p:cNvPr>
          <p:cNvCxnSpPr>
            <a:cxnSpLocks/>
          </p:cNvCxnSpPr>
          <p:nvPr/>
        </p:nvCxnSpPr>
        <p:spPr>
          <a:xfrm rot="16200000" flipH="1">
            <a:off x="8915422" y="3476911"/>
            <a:ext cx="593190" cy="167059"/>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84" name="Rectangle 83">
            <a:extLst>
              <a:ext uri="{FF2B5EF4-FFF2-40B4-BE49-F238E27FC236}">
                <a16:creationId xmlns:a16="http://schemas.microsoft.com/office/drawing/2014/main" id="{D0F5F505-C627-F62C-3B02-35A5E70199A3}"/>
              </a:ext>
            </a:extLst>
          </p:cNvPr>
          <p:cNvSpPr/>
          <p:nvPr/>
        </p:nvSpPr>
        <p:spPr>
          <a:xfrm>
            <a:off x="9295545" y="3559010"/>
            <a:ext cx="1570445" cy="56103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Occupational Health Support Advisor </a:t>
            </a:r>
          </a:p>
          <a:p>
            <a:pPr algn="ctr"/>
            <a:r>
              <a:rPr lang="en-US" sz="800" dirty="0">
                <a:solidFill>
                  <a:schemeClr val="tx1"/>
                </a:solidFill>
              </a:rPr>
              <a:t>DHK AT OFFC 103556 </a:t>
            </a:r>
            <a:r>
              <a:rPr lang="en-US" sz="800" dirty="0" err="1">
                <a:solidFill>
                  <a:srgbClr val="0070C0"/>
                </a:solidFill>
              </a:rPr>
              <a:t>N.Jumabayeva</a:t>
            </a:r>
            <a:endParaRPr lang="en-US" sz="800" dirty="0">
              <a:solidFill>
                <a:srgbClr val="0070C0"/>
              </a:solidFill>
            </a:endParaRPr>
          </a:p>
        </p:txBody>
      </p:sp>
      <p:sp>
        <p:nvSpPr>
          <p:cNvPr id="85" name="Rectangle 84">
            <a:extLst>
              <a:ext uri="{FF2B5EF4-FFF2-40B4-BE49-F238E27FC236}">
                <a16:creationId xmlns:a16="http://schemas.microsoft.com/office/drawing/2014/main" id="{D9BAA8D8-672E-FCB7-92B6-98BC345C0DF0}"/>
              </a:ext>
            </a:extLst>
          </p:cNvPr>
          <p:cNvSpPr/>
          <p:nvPr/>
        </p:nvSpPr>
        <p:spPr>
          <a:xfrm>
            <a:off x="9295545" y="4186685"/>
            <a:ext cx="1570445" cy="50150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Doctor (Site)</a:t>
            </a:r>
          </a:p>
          <a:p>
            <a:pPr algn="ctr"/>
            <a:r>
              <a:rPr lang="en-US" sz="800" dirty="0">
                <a:solidFill>
                  <a:schemeClr val="tx1"/>
                </a:solidFill>
              </a:rPr>
              <a:t>DHK BT ROT 110018/110019</a:t>
            </a:r>
          </a:p>
          <a:p>
            <a:pPr algn="ctr"/>
            <a:r>
              <a:rPr lang="en-US" sz="800" dirty="0" err="1">
                <a:solidFill>
                  <a:srgbClr val="0070C0"/>
                </a:solidFill>
              </a:rPr>
              <a:t>T.Sundetov</a:t>
            </a:r>
            <a:r>
              <a:rPr lang="en-US" sz="800" dirty="0">
                <a:solidFill>
                  <a:srgbClr val="2ABDF2"/>
                </a:solidFill>
              </a:rPr>
              <a:t>/</a:t>
            </a:r>
            <a:r>
              <a:rPr lang="en-US" sz="800" dirty="0" err="1">
                <a:solidFill>
                  <a:srgbClr val="0070C0"/>
                </a:solidFill>
              </a:rPr>
              <a:t>Y.Yakukin</a:t>
            </a:r>
            <a:endParaRPr lang="en-US" sz="800" dirty="0">
              <a:solidFill>
                <a:srgbClr val="0070C0"/>
              </a:solidFill>
            </a:endParaRPr>
          </a:p>
          <a:p>
            <a:pPr algn="ctr"/>
            <a:endParaRPr lang="en-US" sz="800" b="1" dirty="0">
              <a:solidFill>
                <a:schemeClr val="tx1"/>
              </a:solidFill>
            </a:endParaRPr>
          </a:p>
        </p:txBody>
      </p:sp>
      <p:sp>
        <p:nvSpPr>
          <p:cNvPr id="86" name="Rectangle 85">
            <a:extLst>
              <a:ext uri="{FF2B5EF4-FFF2-40B4-BE49-F238E27FC236}">
                <a16:creationId xmlns:a16="http://schemas.microsoft.com/office/drawing/2014/main" id="{3CDBD324-14A3-0E35-BB78-024B6A26A6A5}"/>
              </a:ext>
            </a:extLst>
          </p:cNvPr>
          <p:cNvSpPr/>
          <p:nvPr/>
        </p:nvSpPr>
        <p:spPr>
          <a:xfrm>
            <a:off x="9295545" y="4778538"/>
            <a:ext cx="1570445" cy="552789"/>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Nurse (Site)</a:t>
            </a:r>
          </a:p>
          <a:p>
            <a:pPr algn="ctr"/>
            <a:r>
              <a:rPr lang="en-US" sz="800" dirty="0">
                <a:solidFill>
                  <a:schemeClr val="tx1"/>
                </a:solidFill>
              </a:rPr>
              <a:t>DHK/COK BT ROT 153002/103002</a:t>
            </a:r>
          </a:p>
          <a:p>
            <a:pPr algn="ctr"/>
            <a:r>
              <a:rPr lang="en-US" sz="800" dirty="0" err="1">
                <a:solidFill>
                  <a:srgbClr val="0070C0"/>
                </a:solidFill>
              </a:rPr>
              <a:t>A.Omirova</a:t>
            </a:r>
            <a:r>
              <a:rPr lang="en-US" sz="800" dirty="0">
                <a:solidFill>
                  <a:srgbClr val="2ABDF2"/>
                </a:solidFill>
              </a:rPr>
              <a:t>/</a:t>
            </a:r>
            <a:r>
              <a:rPr lang="en-US" sz="800" dirty="0" err="1">
                <a:solidFill>
                  <a:srgbClr val="0070C0"/>
                </a:solidFill>
              </a:rPr>
              <a:t>G.Bishenova</a:t>
            </a:r>
            <a:endParaRPr lang="en-US" sz="800" dirty="0">
              <a:solidFill>
                <a:srgbClr val="0070C0"/>
              </a:solidFill>
            </a:endParaRPr>
          </a:p>
          <a:p>
            <a:pPr algn="ctr"/>
            <a:endParaRPr lang="en-US" sz="800" b="1" dirty="0">
              <a:solidFill>
                <a:schemeClr val="tx1"/>
              </a:solidFill>
            </a:endParaRPr>
          </a:p>
        </p:txBody>
      </p:sp>
      <p:cxnSp>
        <p:nvCxnSpPr>
          <p:cNvPr id="87" name="Straight Connector 27">
            <a:extLst>
              <a:ext uri="{FF2B5EF4-FFF2-40B4-BE49-F238E27FC236}">
                <a16:creationId xmlns:a16="http://schemas.microsoft.com/office/drawing/2014/main" id="{6CBC44E2-98CE-3044-AFD9-F3DB5FD8B5C1}"/>
              </a:ext>
            </a:extLst>
          </p:cNvPr>
          <p:cNvCxnSpPr>
            <a:cxnSpLocks/>
            <a:stCxn id="216" idx="2"/>
            <a:endCxn id="63" idx="0"/>
          </p:cNvCxnSpPr>
          <p:nvPr/>
        </p:nvCxnSpPr>
        <p:spPr>
          <a:xfrm rot="16200000" flipH="1">
            <a:off x="6501007" y="1408236"/>
            <a:ext cx="267963" cy="1588112"/>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90" name="Straight Connector 27">
            <a:extLst>
              <a:ext uri="{FF2B5EF4-FFF2-40B4-BE49-F238E27FC236}">
                <a16:creationId xmlns:a16="http://schemas.microsoft.com/office/drawing/2014/main" id="{D0995DD2-07F8-AF1C-A9CD-1585966561C3}"/>
              </a:ext>
            </a:extLst>
          </p:cNvPr>
          <p:cNvCxnSpPr>
            <a:cxnSpLocks/>
            <a:stCxn id="59" idx="0"/>
            <a:endCxn id="216" idx="2"/>
          </p:cNvCxnSpPr>
          <p:nvPr/>
        </p:nvCxnSpPr>
        <p:spPr>
          <a:xfrm rot="5400000" flipH="1" flipV="1">
            <a:off x="5253991" y="1745498"/>
            <a:ext cx="264128" cy="909754"/>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94" name="Straight Connector 27">
            <a:extLst>
              <a:ext uri="{FF2B5EF4-FFF2-40B4-BE49-F238E27FC236}">
                <a16:creationId xmlns:a16="http://schemas.microsoft.com/office/drawing/2014/main" id="{0FC141C1-6250-97EC-ED8C-720AE70C3E25}"/>
              </a:ext>
            </a:extLst>
          </p:cNvPr>
          <p:cNvCxnSpPr>
            <a:cxnSpLocks/>
            <a:endCxn id="60" idx="1"/>
          </p:cNvCxnSpPr>
          <p:nvPr/>
        </p:nvCxnSpPr>
        <p:spPr>
          <a:xfrm rot="16200000" flipH="1">
            <a:off x="3968998" y="3019663"/>
            <a:ext cx="379336" cy="16498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6" name="Straight Connector 27">
            <a:extLst>
              <a:ext uri="{FF2B5EF4-FFF2-40B4-BE49-F238E27FC236}">
                <a16:creationId xmlns:a16="http://schemas.microsoft.com/office/drawing/2014/main" id="{DC711C32-397B-B11F-726F-856F389BAD6A}"/>
              </a:ext>
            </a:extLst>
          </p:cNvPr>
          <p:cNvCxnSpPr>
            <a:cxnSpLocks/>
            <a:endCxn id="61" idx="1"/>
          </p:cNvCxnSpPr>
          <p:nvPr/>
        </p:nvCxnSpPr>
        <p:spPr>
          <a:xfrm rot="16200000" flipH="1">
            <a:off x="3802680" y="3537337"/>
            <a:ext cx="711971" cy="16498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99" name="Straight Connector 27">
            <a:extLst>
              <a:ext uri="{FF2B5EF4-FFF2-40B4-BE49-F238E27FC236}">
                <a16:creationId xmlns:a16="http://schemas.microsoft.com/office/drawing/2014/main" id="{02AD6188-AB6C-17E2-1E50-2820AF8A239C}"/>
              </a:ext>
            </a:extLst>
          </p:cNvPr>
          <p:cNvCxnSpPr>
            <a:cxnSpLocks/>
            <a:endCxn id="64" idx="1"/>
          </p:cNvCxnSpPr>
          <p:nvPr/>
        </p:nvCxnSpPr>
        <p:spPr>
          <a:xfrm rot="16200000" flipH="1">
            <a:off x="6375614" y="3168675"/>
            <a:ext cx="633794" cy="13671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1" name="Straight Connector 27">
            <a:extLst>
              <a:ext uri="{FF2B5EF4-FFF2-40B4-BE49-F238E27FC236}">
                <a16:creationId xmlns:a16="http://schemas.microsoft.com/office/drawing/2014/main" id="{05703F92-8CA8-81AE-B7D8-38FC52190499}"/>
              </a:ext>
            </a:extLst>
          </p:cNvPr>
          <p:cNvCxnSpPr>
            <a:cxnSpLocks/>
            <a:endCxn id="65" idx="1"/>
          </p:cNvCxnSpPr>
          <p:nvPr/>
        </p:nvCxnSpPr>
        <p:spPr>
          <a:xfrm rot="16200000" flipH="1">
            <a:off x="6114686" y="4059442"/>
            <a:ext cx="1148162" cy="144200"/>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1227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48F9F-7239-7F38-8F58-1FCED477D114}"/>
            </a:ext>
          </a:extLst>
        </p:cNvPr>
        <p:cNvGrpSpPr/>
        <p:nvPr/>
      </p:nvGrpSpPr>
      <p:grpSpPr>
        <a:xfrm>
          <a:off x="0" y="0"/>
          <a:ext cx="0" cy="0"/>
          <a:chOff x="0" y="0"/>
          <a:chExt cx="0" cy="0"/>
        </a:xfrm>
      </p:grpSpPr>
      <p:sp>
        <p:nvSpPr>
          <p:cNvPr id="236" name="Text Placeholder 235">
            <a:extLst>
              <a:ext uri="{FF2B5EF4-FFF2-40B4-BE49-F238E27FC236}">
                <a16:creationId xmlns:a16="http://schemas.microsoft.com/office/drawing/2014/main" id="{B5BC5166-6D0D-7D96-D63E-25AEEE22FDBF}"/>
              </a:ext>
            </a:extLst>
          </p:cNvPr>
          <p:cNvSpPr>
            <a:spLocks noGrp="1"/>
          </p:cNvSpPr>
          <p:nvPr>
            <p:ph type="body" sz="quarter" idx="10"/>
          </p:nvPr>
        </p:nvSpPr>
        <p:spPr>
          <a:xfrm>
            <a:off x="0" y="116104"/>
            <a:ext cx="5264734" cy="339661"/>
          </a:xfrm>
        </p:spPr>
        <p:txBody>
          <a:bodyPr>
            <a:normAutofit lnSpcReduction="10000"/>
          </a:bodyPr>
          <a:lstStyle/>
          <a:p>
            <a:r>
              <a:rPr lang="en-US" b="0" dirty="0"/>
              <a:t>Security</a:t>
            </a:r>
          </a:p>
        </p:txBody>
      </p:sp>
      <p:sp>
        <p:nvSpPr>
          <p:cNvPr id="160" name="Rectangle 159">
            <a:extLst>
              <a:ext uri="{FF2B5EF4-FFF2-40B4-BE49-F238E27FC236}">
                <a16:creationId xmlns:a16="http://schemas.microsoft.com/office/drawing/2014/main" id="{3B7B1F53-8924-646C-60D8-FA9C8C121239}"/>
              </a:ext>
            </a:extLst>
          </p:cNvPr>
          <p:cNvSpPr/>
          <p:nvPr/>
        </p:nvSpPr>
        <p:spPr>
          <a:xfrm>
            <a:off x="4474692" y="530401"/>
            <a:ext cx="2002066"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Manager </a:t>
            </a:r>
          </a:p>
          <a:p>
            <a:pPr algn="ctr"/>
            <a:r>
              <a:rPr lang="en-US" sz="800" dirty="0">
                <a:solidFill>
                  <a:schemeClr val="tx1"/>
                </a:solidFill>
              </a:rPr>
              <a:t>DHK AT OFFC 100417 </a:t>
            </a:r>
          </a:p>
          <a:p>
            <a:pPr algn="ctr"/>
            <a:r>
              <a:rPr lang="en-US" sz="800">
                <a:solidFill>
                  <a:srgbClr val="0070C0"/>
                </a:solidFill>
              </a:rPr>
              <a:t>B. Muratov</a:t>
            </a:r>
            <a:endParaRPr lang="en-US" sz="800" dirty="0">
              <a:solidFill>
                <a:srgbClr val="0070C0"/>
              </a:solidFill>
            </a:endParaRPr>
          </a:p>
          <a:p>
            <a:pPr algn="ctr"/>
            <a:endParaRPr lang="en-US" sz="800" b="1" dirty="0">
              <a:solidFill>
                <a:schemeClr val="tx1"/>
              </a:solidFill>
            </a:endParaRPr>
          </a:p>
        </p:txBody>
      </p:sp>
      <p:sp>
        <p:nvSpPr>
          <p:cNvPr id="81" name="Rectangle 80">
            <a:extLst>
              <a:ext uri="{FF2B5EF4-FFF2-40B4-BE49-F238E27FC236}">
                <a16:creationId xmlns:a16="http://schemas.microsoft.com/office/drawing/2014/main" id="{77FE6EE4-C99C-A76E-AE68-E89CCC6C7502}"/>
              </a:ext>
            </a:extLst>
          </p:cNvPr>
          <p:cNvSpPr/>
          <p:nvPr/>
        </p:nvSpPr>
        <p:spPr>
          <a:xfrm>
            <a:off x="4061406" y="1312889"/>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a:t>
            </a:r>
          </a:p>
          <a:p>
            <a:pPr algn="ctr"/>
            <a:r>
              <a:rPr lang="en-US" sz="800" dirty="0">
                <a:solidFill>
                  <a:schemeClr val="tx1"/>
                </a:solidFill>
              </a:rPr>
              <a:t>DHK AT OFFC 104069 </a:t>
            </a:r>
          </a:p>
          <a:p>
            <a:pPr algn="ctr"/>
            <a:r>
              <a:rPr lang="en-US" sz="800">
                <a:solidFill>
                  <a:srgbClr val="0070C0"/>
                </a:solidFill>
              </a:rPr>
              <a:t>A. Bakirov</a:t>
            </a:r>
            <a:endParaRPr lang="en-US" sz="800" b="1" dirty="0">
              <a:solidFill>
                <a:srgbClr val="0070C0"/>
              </a:solidFill>
            </a:endParaRPr>
          </a:p>
        </p:txBody>
      </p:sp>
      <p:sp>
        <p:nvSpPr>
          <p:cNvPr id="210" name="Rectangle 209">
            <a:extLst>
              <a:ext uri="{FF2B5EF4-FFF2-40B4-BE49-F238E27FC236}">
                <a16:creationId xmlns:a16="http://schemas.microsoft.com/office/drawing/2014/main" id="{BCD73BE6-FB39-7679-E67A-E2E14A3D2520}"/>
              </a:ext>
            </a:extLst>
          </p:cNvPr>
          <p:cNvSpPr/>
          <p:nvPr/>
        </p:nvSpPr>
        <p:spPr>
          <a:xfrm>
            <a:off x="8990425" y="2019808"/>
            <a:ext cx="1383203" cy="56028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Electronic Systems Engineer </a:t>
            </a:r>
          </a:p>
          <a:p>
            <a:pPr algn="ctr"/>
            <a:r>
              <a:rPr lang="en-US" sz="800" dirty="0">
                <a:solidFill>
                  <a:schemeClr val="tx1"/>
                </a:solidFill>
              </a:rPr>
              <a:t>DHK EW OFFC 179374 </a:t>
            </a:r>
            <a:r>
              <a:rPr lang="en-US" sz="800" dirty="0" err="1">
                <a:solidFill>
                  <a:srgbClr val="0070C0"/>
                </a:solidFill>
              </a:rPr>
              <a:t>A.Nurgaliyev</a:t>
            </a:r>
            <a:endParaRPr lang="en-US" sz="800" dirty="0">
              <a:solidFill>
                <a:srgbClr val="0070C0"/>
              </a:solidFill>
            </a:endParaRPr>
          </a:p>
        </p:txBody>
      </p:sp>
      <p:cxnSp>
        <p:nvCxnSpPr>
          <p:cNvPr id="56" name="Straight Connector 55">
            <a:extLst>
              <a:ext uri="{FF2B5EF4-FFF2-40B4-BE49-F238E27FC236}">
                <a16:creationId xmlns:a16="http://schemas.microsoft.com/office/drawing/2014/main" id="{10F9B7D6-8E84-FEC2-BC26-A032CDBC75C5}"/>
              </a:ext>
            </a:extLst>
          </p:cNvPr>
          <p:cNvCxnSpPr>
            <a:cxnSpLocks/>
          </p:cNvCxnSpPr>
          <p:nvPr/>
        </p:nvCxnSpPr>
        <p:spPr>
          <a:xfrm flipH="1">
            <a:off x="456270" y="3912888"/>
            <a:ext cx="11905"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BA20E1F-2055-68DE-0BA9-DF3D9E01E142}"/>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21</a:t>
            </a:r>
          </a:p>
        </p:txBody>
      </p:sp>
      <p:sp>
        <p:nvSpPr>
          <p:cNvPr id="8" name="Rectangle 7">
            <a:extLst>
              <a:ext uri="{FF2B5EF4-FFF2-40B4-BE49-F238E27FC236}">
                <a16:creationId xmlns:a16="http://schemas.microsoft.com/office/drawing/2014/main" id="{40A2EAA9-A102-8D4E-E9DE-B5364F9BCCDD}"/>
              </a:ext>
            </a:extLst>
          </p:cNvPr>
          <p:cNvSpPr/>
          <p:nvPr/>
        </p:nvSpPr>
        <p:spPr>
          <a:xfrm>
            <a:off x="6490391" y="1312889"/>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Superintendent (Onshore) DHK EW ROT 109705/104105</a:t>
            </a:r>
          </a:p>
          <a:p>
            <a:pPr algn="ctr"/>
            <a:r>
              <a:rPr lang="en-US" sz="800">
                <a:solidFill>
                  <a:srgbClr val="0070C0"/>
                </a:solidFill>
              </a:rPr>
              <a:t>S. Ubigaliye</a:t>
            </a:r>
            <a:r>
              <a:rPr lang="en-US" sz="800">
                <a:solidFill>
                  <a:srgbClr val="2ABDF2"/>
                </a:solidFill>
              </a:rPr>
              <a:t>v </a:t>
            </a:r>
            <a:r>
              <a:rPr lang="en-US" sz="800" dirty="0">
                <a:solidFill>
                  <a:srgbClr val="2ABDF2"/>
                </a:solidFill>
              </a:rPr>
              <a:t>/ </a:t>
            </a:r>
            <a:r>
              <a:rPr lang="en-US" sz="800">
                <a:solidFill>
                  <a:srgbClr val="0070C0"/>
                </a:solidFill>
              </a:rPr>
              <a:t>Y. Turyzhniko</a:t>
            </a:r>
            <a:r>
              <a:rPr lang="en-US" sz="800">
                <a:solidFill>
                  <a:srgbClr val="2ABDF2"/>
                </a:solidFill>
              </a:rPr>
              <a:t>v</a:t>
            </a:r>
            <a:endParaRPr lang="en-US" sz="800" dirty="0">
              <a:solidFill>
                <a:srgbClr val="2ABDF2"/>
              </a:solidFill>
            </a:endParaRPr>
          </a:p>
          <a:p>
            <a:pPr algn="ctr"/>
            <a:endParaRPr lang="en-US" sz="800" b="1" dirty="0">
              <a:solidFill>
                <a:schemeClr val="tx1"/>
              </a:solidFill>
            </a:endParaRPr>
          </a:p>
        </p:txBody>
      </p:sp>
      <p:sp>
        <p:nvSpPr>
          <p:cNvPr id="10" name="Rectangle 9">
            <a:extLst>
              <a:ext uri="{FF2B5EF4-FFF2-40B4-BE49-F238E27FC236}">
                <a16:creationId xmlns:a16="http://schemas.microsoft.com/office/drawing/2014/main" id="{5D52C326-D29F-EDD7-A11A-96F2F82AAD32}"/>
              </a:ext>
            </a:extLst>
          </p:cNvPr>
          <p:cNvSpPr/>
          <p:nvPr/>
        </p:nvSpPr>
        <p:spPr>
          <a:xfrm>
            <a:off x="8621060" y="1312889"/>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Technology Systems Team Lead </a:t>
            </a:r>
          </a:p>
          <a:p>
            <a:pPr algn="ctr"/>
            <a:r>
              <a:rPr lang="en-US" sz="800" dirty="0">
                <a:solidFill>
                  <a:schemeClr val="tx1"/>
                </a:solidFill>
              </a:rPr>
              <a:t>DHK AT OFFC 179140 </a:t>
            </a:r>
          </a:p>
          <a:p>
            <a:pPr algn="ctr"/>
            <a:r>
              <a:rPr lang="en-US" sz="800">
                <a:solidFill>
                  <a:srgbClr val="0070C0"/>
                </a:solidFill>
              </a:rPr>
              <a:t>G. Rakhimgaliyev</a:t>
            </a:r>
            <a:endParaRPr lang="en-US" sz="800" dirty="0">
              <a:solidFill>
                <a:srgbClr val="0070C0"/>
              </a:solidFill>
            </a:endParaRPr>
          </a:p>
          <a:p>
            <a:pPr algn="ctr"/>
            <a:endParaRPr lang="en-US" sz="800" b="1" dirty="0">
              <a:solidFill>
                <a:schemeClr val="tx1"/>
              </a:solidFill>
            </a:endParaRPr>
          </a:p>
        </p:txBody>
      </p:sp>
      <p:sp>
        <p:nvSpPr>
          <p:cNvPr id="12" name="Rectangle 11">
            <a:extLst>
              <a:ext uri="{FF2B5EF4-FFF2-40B4-BE49-F238E27FC236}">
                <a16:creationId xmlns:a16="http://schemas.microsoft.com/office/drawing/2014/main" id="{899E2267-EB72-13C5-7179-448EE92FB633}"/>
              </a:ext>
            </a:extLst>
          </p:cNvPr>
          <p:cNvSpPr/>
          <p:nvPr/>
        </p:nvSpPr>
        <p:spPr>
          <a:xfrm>
            <a:off x="1052130" y="1321034"/>
            <a:ext cx="1752568" cy="76033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Head of Security Monitoring, Control &amp; Information Management </a:t>
            </a:r>
          </a:p>
          <a:p>
            <a:pPr algn="ctr"/>
            <a:r>
              <a:rPr lang="en-US" sz="800" dirty="0">
                <a:solidFill>
                  <a:schemeClr val="tx1"/>
                </a:solidFill>
              </a:rPr>
              <a:t>DHK AT OFFC 107429 </a:t>
            </a:r>
          </a:p>
          <a:p>
            <a:pPr algn="ctr"/>
            <a:r>
              <a:rPr lang="en-US" sz="800">
                <a:solidFill>
                  <a:srgbClr val="0070C0"/>
                </a:solidFill>
              </a:rPr>
              <a:t>G. Timofeyevich</a:t>
            </a:r>
            <a:endParaRPr lang="en-US" sz="800" dirty="0">
              <a:solidFill>
                <a:srgbClr val="0070C0"/>
              </a:solidFill>
            </a:endParaRPr>
          </a:p>
        </p:txBody>
      </p:sp>
      <p:sp>
        <p:nvSpPr>
          <p:cNvPr id="14" name="Rectangle 13">
            <a:extLst>
              <a:ext uri="{FF2B5EF4-FFF2-40B4-BE49-F238E27FC236}">
                <a16:creationId xmlns:a16="http://schemas.microsoft.com/office/drawing/2014/main" id="{E7E6EE3E-836A-B94B-8602-7C0A3F2FC856}"/>
              </a:ext>
            </a:extLst>
          </p:cNvPr>
          <p:cNvSpPr/>
          <p:nvPr/>
        </p:nvSpPr>
        <p:spPr>
          <a:xfrm>
            <a:off x="8990425" y="2736497"/>
            <a:ext cx="1383203" cy="56028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Electronic Systems Engineer </a:t>
            </a:r>
          </a:p>
          <a:p>
            <a:pPr algn="ctr"/>
            <a:r>
              <a:rPr lang="en-US" sz="800" dirty="0">
                <a:solidFill>
                  <a:schemeClr val="tx1"/>
                </a:solidFill>
              </a:rPr>
              <a:t>DHK EW OFFC 104206 </a:t>
            </a:r>
            <a:r>
              <a:rPr lang="en-US" sz="800" dirty="0" err="1">
                <a:solidFill>
                  <a:srgbClr val="0070C0"/>
                </a:solidFill>
              </a:rPr>
              <a:t>P.Trussov</a:t>
            </a:r>
            <a:endParaRPr lang="en-US" sz="800" dirty="0">
              <a:solidFill>
                <a:srgbClr val="0070C0"/>
              </a:solidFill>
            </a:endParaRPr>
          </a:p>
        </p:txBody>
      </p:sp>
      <p:sp>
        <p:nvSpPr>
          <p:cNvPr id="15" name="Rectangle 14">
            <a:extLst>
              <a:ext uri="{FF2B5EF4-FFF2-40B4-BE49-F238E27FC236}">
                <a16:creationId xmlns:a16="http://schemas.microsoft.com/office/drawing/2014/main" id="{5E63570E-D364-2710-DA64-44B87C9E406C}"/>
              </a:ext>
            </a:extLst>
          </p:cNvPr>
          <p:cNvSpPr/>
          <p:nvPr/>
        </p:nvSpPr>
        <p:spPr>
          <a:xfrm>
            <a:off x="2177912" y="2214104"/>
            <a:ext cx="1263367" cy="819887"/>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 </a:t>
            </a:r>
          </a:p>
          <a:p>
            <a:pPr algn="ctr"/>
            <a:r>
              <a:rPr lang="en-US" sz="800" dirty="0">
                <a:solidFill>
                  <a:schemeClr val="tx1"/>
                </a:solidFill>
              </a:rPr>
              <a:t>COK/DHK AT SHIFT 109696/178242</a:t>
            </a:r>
          </a:p>
          <a:p>
            <a:pPr algn="ctr"/>
            <a:r>
              <a:rPr lang="en-US" sz="800">
                <a:solidFill>
                  <a:srgbClr val="0070C0"/>
                </a:solidFill>
              </a:rPr>
              <a:t>A. Zhanbirova</a:t>
            </a:r>
            <a:r>
              <a:rPr lang="en-US" sz="800">
                <a:solidFill>
                  <a:schemeClr val="tx1"/>
                </a:solidFill>
              </a:rPr>
              <a:t> </a:t>
            </a:r>
            <a:r>
              <a:rPr lang="en-US" sz="800" dirty="0">
                <a:solidFill>
                  <a:schemeClr val="tx1"/>
                </a:solidFill>
              </a:rPr>
              <a:t>/ </a:t>
            </a:r>
            <a:r>
              <a:rPr lang="en-US" sz="800" err="1">
                <a:solidFill>
                  <a:srgbClr val="0070C0"/>
                </a:solidFill>
              </a:rPr>
              <a:t>Zh</a:t>
            </a:r>
            <a:r>
              <a:rPr lang="en-US" sz="800">
                <a:solidFill>
                  <a:srgbClr val="0070C0"/>
                </a:solidFill>
              </a:rPr>
              <a:t>. Urazbayeva</a:t>
            </a:r>
            <a:endParaRPr lang="en-US" sz="800" dirty="0">
              <a:solidFill>
                <a:srgbClr val="0070C0"/>
              </a:solidFill>
            </a:endParaRPr>
          </a:p>
          <a:p>
            <a:pPr algn="ctr"/>
            <a:endParaRPr lang="en-US" sz="800" b="1" dirty="0">
              <a:solidFill>
                <a:schemeClr val="tx1"/>
              </a:solidFill>
            </a:endParaRPr>
          </a:p>
        </p:txBody>
      </p:sp>
      <p:sp>
        <p:nvSpPr>
          <p:cNvPr id="23" name="Rectangle 22">
            <a:extLst>
              <a:ext uri="{FF2B5EF4-FFF2-40B4-BE49-F238E27FC236}">
                <a16:creationId xmlns:a16="http://schemas.microsoft.com/office/drawing/2014/main" id="{9D017A21-496F-AE4F-700B-71676F2847BC}"/>
              </a:ext>
            </a:extLst>
          </p:cNvPr>
          <p:cNvSpPr/>
          <p:nvPr/>
        </p:nvSpPr>
        <p:spPr>
          <a:xfrm>
            <a:off x="2168116" y="3229483"/>
            <a:ext cx="1273163"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Advisor (Data Analysis &amp; Reporting) </a:t>
            </a:r>
          </a:p>
          <a:p>
            <a:pPr algn="ctr"/>
            <a:r>
              <a:rPr lang="en-US" sz="800" dirty="0">
                <a:solidFill>
                  <a:schemeClr val="tx1"/>
                </a:solidFill>
              </a:rPr>
              <a:t> COK AT OFFC 109275 </a:t>
            </a:r>
            <a:r>
              <a:rPr lang="en-US" sz="800" dirty="0" err="1">
                <a:solidFill>
                  <a:srgbClr val="0070C0"/>
                </a:solidFill>
              </a:rPr>
              <a:t>G.Amanzholova</a:t>
            </a:r>
            <a:endParaRPr lang="en-US" sz="800" dirty="0">
              <a:solidFill>
                <a:srgbClr val="0070C0"/>
              </a:solidFill>
            </a:endParaRPr>
          </a:p>
        </p:txBody>
      </p:sp>
      <p:sp>
        <p:nvSpPr>
          <p:cNvPr id="26" name="Rectangle 25">
            <a:extLst>
              <a:ext uri="{FF2B5EF4-FFF2-40B4-BE49-F238E27FC236}">
                <a16:creationId xmlns:a16="http://schemas.microsoft.com/office/drawing/2014/main" id="{EC73CD5B-9C33-9A29-37F8-A9435D9FCAAB}"/>
              </a:ext>
            </a:extLst>
          </p:cNvPr>
          <p:cNvSpPr/>
          <p:nvPr/>
        </p:nvSpPr>
        <p:spPr>
          <a:xfrm>
            <a:off x="315774" y="2214105"/>
            <a:ext cx="1273163" cy="8198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Control Centers Supervisor</a:t>
            </a:r>
          </a:p>
          <a:p>
            <a:pPr algn="ctr"/>
            <a:r>
              <a:rPr lang="en-US" sz="800" dirty="0">
                <a:solidFill>
                  <a:schemeClr val="tx1"/>
                </a:solidFill>
              </a:rPr>
              <a:t> DHK/COK EW ROT 105625/178241</a:t>
            </a:r>
          </a:p>
          <a:p>
            <a:pPr algn="ctr"/>
            <a:r>
              <a:rPr lang="en-US" sz="800">
                <a:solidFill>
                  <a:srgbClr val="0070C0"/>
                </a:solidFill>
              </a:rPr>
              <a:t>M. Jiyenbayev</a:t>
            </a:r>
            <a:r>
              <a:rPr lang="en-US" sz="800">
                <a:solidFill>
                  <a:schemeClr val="tx1"/>
                </a:solidFill>
              </a:rPr>
              <a:t> </a:t>
            </a:r>
            <a:r>
              <a:rPr lang="en-US" sz="800" dirty="0">
                <a:solidFill>
                  <a:schemeClr val="tx1"/>
                </a:solidFill>
              </a:rPr>
              <a:t>/ </a:t>
            </a:r>
            <a:r>
              <a:rPr lang="en-US" sz="800">
                <a:solidFill>
                  <a:srgbClr val="0070C0"/>
                </a:solidFill>
              </a:rPr>
              <a:t>S. Mirmanov</a:t>
            </a:r>
            <a:endParaRPr lang="en-US" sz="800" dirty="0">
              <a:solidFill>
                <a:srgbClr val="0070C0"/>
              </a:solidFill>
            </a:endParaRPr>
          </a:p>
          <a:p>
            <a:pPr algn="ctr"/>
            <a:endParaRPr lang="en-US" sz="800" b="1" dirty="0">
              <a:solidFill>
                <a:schemeClr val="tx1"/>
              </a:solidFill>
            </a:endParaRPr>
          </a:p>
        </p:txBody>
      </p:sp>
      <p:sp>
        <p:nvSpPr>
          <p:cNvPr id="35" name="Rectangle 34">
            <a:extLst>
              <a:ext uri="{FF2B5EF4-FFF2-40B4-BE49-F238E27FC236}">
                <a16:creationId xmlns:a16="http://schemas.microsoft.com/office/drawing/2014/main" id="{A7F90E94-1D5F-765E-0A04-84E76561BE1A}"/>
              </a:ext>
            </a:extLst>
          </p:cNvPr>
          <p:cNvSpPr/>
          <p:nvPr/>
        </p:nvSpPr>
        <p:spPr>
          <a:xfrm>
            <a:off x="328246" y="3166727"/>
            <a:ext cx="1273163" cy="819886"/>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Interfaces &amp; Information Management Coordinator</a:t>
            </a:r>
          </a:p>
          <a:p>
            <a:pPr algn="ctr"/>
            <a:r>
              <a:rPr lang="en-US" sz="800" dirty="0">
                <a:solidFill>
                  <a:schemeClr val="tx1"/>
                </a:solidFill>
              </a:rPr>
              <a:t>COK AT OFFC 108275 </a:t>
            </a:r>
            <a:r>
              <a:rPr lang="en-US" sz="800" dirty="0" err="1">
                <a:solidFill>
                  <a:srgbClr val="0070C0"/>
                </a:solidFill>
              </a:rPr>
              <a:t>A.Zhakayev</a:t>
            </a:r>
            <a:endParaRPr lang="en-US" sz="800" dirty="0">
              <a:solidFill>
                <a:srgbClr val="0070C0"/>
              </a:solidFill>
            </a:endParaRPr>
          </a:p>
        </p:txBody>
      </p:sp>
      <p:sp>
        <p:nvSpPr>
          <p:cNvPr id="39" name="Rectangle 38">
            <a:extLst>
              <a:ext uri="{FF2B5EF4-FFF2-40B4-BE49-F238E27FC236}">
                <a16:creationId xmlns:a16="http://schemas.microsoft.com/office/drawing/2014/main" id="{F4F48FA6-B174-4515-172C-CCC343E465C7}"/>
              </a:ext>
            </a:extLst>
          </p:cNvPr>
          <p:cNvSpPr/>
          <p:nvPr/>
        </p:nvSpPr>
        <p:spPr>
          <a:xfrm>
            <a:off x="3888491" y="2050508"/>
            <a:ext cx="1752568" cy="40432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Access Control Supervisor </a:t>
            </a:r>
          </a:p>
          <a:p>
            <a:pPr algn="ctr"/>
            <a:r>
              <a:rPr lang="en-US" sz="800" dirty="0">
                <a:solidFill>
                  <a:schemeClr val="tx1"/>
                </a:solidFill>
              </a:rPr>
              <a:t>DHK AT OFFC 179371 </a:t>
            </a:r>
          </a:p>
          <a:p>
            <a:pPr algn="ctr"/>
            <a:r>
              <a:rPr lang="en-US" sz="800">
                <a:solidFill>
                  <a:srgbClr val="0070C0"/>
                </a:solidFill>
              </a:rPr>
              <a:t>G. Yensegenova</a:t>
            </a:r>
            <a:endParaRPr lang="en-US" sz="800" dirty="0">
              <a:solidFill>
                <a:srgbClr val="0070C0"/>
              </a:solidFill>
            </a:endParaRPr>
          </a:p>
          <a:p>
            <a:pPr algn="ctr"/>
            <a:endParaRPr lang="en-US" sz="800" b="1" dirty="0">
              <a:solidFill>
                <a:schemeClr val="tx1"/>
              </a:solidFill>
            </a:endParaRPr>
          </a:p>
        </p:txBody>
      </p:sp>
      <p:sp>
        <p:nvSpPr>
          <p:cNvPr id="40" name="Rectangle 39">
            <a:extLst>
              <a:ext uri="{FF2B5EF4-FFF2-40B4-BE49-F238E27FC236}">
                <a16:creationId xmlns:a16="http://schemas.microsoft.com/office/drawing/2014/main" id="{CAD8DAE5-8DCB-5813-A3D7-15C329D4982A}"/>
              </a:ext>
            </a:extLst>
          </p:cNvPr>
          <p:cNvSpPr/>
          <p:nvPr/>
        </p:nvSpPr>
        <p:spPr>
          <a:xfrm>
            <a:off x="3888490" y="2633190"/>
            <a:ext cx="1553947" cy="72004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Access Control Officer </a:t>
            </a:r>
          </a:p>
          <a:p>
            <a:pPr algn="ctr"/>
            <a:r>
              <a:rPr lang="en-US" sz="800" dirty="0">
                <a:solidFill>
                  <a:schemeClr val="tx1"/>
                </a:solidFill>
              </a:rPr>
              <a:t>COK BT OFFC 179290 </a:t>
            </a:r>
            <a:r>
              <a:rPr lang="en-US" sz="800" dirty="0" err="1">
                <a:solidFill>
                  <a:srgbClr val="0070C0"/>
                </a:solidFill>
              </a:rPr>
              <a:t>N.Nurbayeva</a:t>
            </a:r>
            <a:endParaRPr lang="en-US" sz="800" dirty="0">
              <a:solidFill>
                <a:srgbClr val="0070C0"/>
              </a:solidFill>
            </a:endParaRPr>
          </a:p>
          <a:p>
            <a:pPr algn="ctr"/>
            <a:r>
              <a:rPr lang="en-US" sz="800" dirty="0">
                <a:solidFill>
                  <a:schemeClr val="tx1"/>
                </a:solidFill>
              </a:rPr>
              <a:t>COK AT OFFC 179372/179373 </a:t>
            </a:r>
            <a:r>
              <a:rPr lang="en-US" sz="800" dirty="0" err="1">
                <a:solidFill>
                  <a:srgbClr val="0070C0"/>
                </a:solidFill>
              </a:rPr>
              <a:t>M.Zholdas</a:t>
            </a:r>
            <a:r>
              <a:rPr lang="en-US" sz="800" dirty="0">
                <a:solidFill>
                  <a:srgbClr val="2ABDF2"/>
                </a:solidFill>
              </a:rPr>
              <a:t>/</a:t>
            </a:r>
            <a:r>
              <a:rPr lang="en-US" sz="800" dirty="0" err="1">
                <a:solidFill>
                  <a:srgbClr val="0070C0"/>
                </a:solidFill>
              </a:rPr>
              <a:t>S.Kubasheva</a:t>
            </a:r>
            <a:endParaRPr lang="en-US" sz="800" dirty="0">
              <a:solidFill>
                <a:srgbClr val="0070C0"/>
              </a:solidFill>
            </a:endParaRPr>
          </a:p>
        </p:txBody>
      </p:sp>
      <p:sp>
        <p:nvSpPr>
          <p:cNvPr id="41" name="Rectangle 40">
            <a:extLst>
              <a:ext uri="{FF2B5EF4-FFF2-40B4-BE49-F238E27FC236}">
                <a16:creationId xmlns:a16="http://schemas.microsoft.com/office/drawing/2014/main" id="{4E3D00F0-069D-63EC-7A64-684DCD240E1D}"/>
              </a:ext>
            </a:extLst>
          </p:cNvPr>
          <p:cNvSpPr/>
          <p:nvPr/>
        </p:nvSpPr>
        <p:spPr>
          <a:xfrm>
            <a:off x="3987801" y="3499241"/>
            <a:ext cx="1553947"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AT SHIFT 109699/103221</a:t>
            </a:r>
          </a:p>
          <a:p>
            <a:pPr algn="ctr"/>
            <a:r>
              <a:rPr lang="en-US" sz="800">
                <a:solidFill>
                  <a:srgbClr val="0070C0"/>
                </a:solidFill>
              </a:rPr>
              <a:t>E. Nitokshi</a:t>
            </a:r>
            <a:r>
              <a:rPr lang="en-US" sz="800">
                <a:solidFill>
                  <a:srgbClr val="2ABDF2"/>
                </a:solidFill>
              </a:rPr>
              <a:t>n </a:t>
            </a:r>
            <a:r>
              <a:rPr lang="en-US" sz="800" dirty="0">
                <a:solidFill>
                  <a:srgbClr val="2ABDF2"/>
                </a:solidFill>
              </a:rPr>
              <a:t>/ </a:t>
            </a:r>
            <a:r>
              <a:rPr lang="en-US" sz="800">
                <a:solidFill>
                  <a:srgbClr val="0070C0"/>
                </a:solidFill>
              </a:rPr>
              <a:t>T. Bassaro</a:t>
            </a:r>
            <a:r>
              <a:rPr lang="en-US" sz="800">
                <a:solidFill>
                  <a:srgbClr val="2ABDF2"/>
                </a:solidFill>
              </a:rPr>
              <a:t>v</a:t>
            </a:r>
            <a:endParaRPr lang="en-US" sz="800" dirty="0">
              <a:solidFill>
                <a:srgbClr val="2ABDF2"/>
              </a:solidFill>
            </a:endParaRPr>
          </a:p>
          <a:p>
            <a:pPr algn="ctr"/>
            <a:endParaRPr lang="en-US" sz="800" b="1" dirty="0">
              <a:solidFill>
                <a:schemeClr val="tx1"/>
              </a:solidFill>
            </a:endParaRPr>
          </a:p>
        </p:txBody>
      </p:sp>
      <p:sp>
        <p:nvSpPr>
          <p:cNvPr id="42" name="Rectangle 41">
            <a:extLst>
              <a:ext uri="{FF2B5EF4-FFF2-40B4-BE49-F238E27FC236}">
                <a16:creationId xmlns:a16="http://schemas.microsoft.com/office/drawing/2014/main" id="{AB8354BA-10A5-87DC-1707-428DE1F4E6CF}"/>
              </a:ext>
            </a:extLst>
          </p:cNvPr>
          <p:cNvSpPr/>
          <p:nvPr/>
        </p:nvSpPr>
        <p:spPr>
          <a:xfrm>
            <a:off x="3888490" y="4195763"/>
            <a:ext cx="1553947" cy="96532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Receptionist AT SHIFT/OFFC</a:t>
            </a:r>
          </a:p>
          <a:p>
            <a:pPr algn="ctr"/>
            <a:r>
              <a:rPr lang="en-US" sz="800" dirty="0">
                <a:solidFill>
                  <a:schemeClr val="tx1"/>
                </a:solidFill>
              </a:rPr>
              <a:t>COK 179326 </a:t>
            </a:r>
            <a:r>
              <a:rPr lang="en-US" sz="800" dirty="0" err="1">
                <a:solidFill>
                  <a:srgbClr val="0070C0"/>
                </a:solidFill>
              </a:rPr>
              <a:t>L.Sirbatalova</a:t>
            </a:r>
            <a:endParaRPr lang="en-US" sz="800" dirty="0">
              <a:solidFill>
                <a:srgbClr val="0070C0"/>
              </a:solidFill>
            </a:endParaRPr>
          </a:p>
          <a:p>
            <a:pPr algn="ctr"/>
            <a:r>
              <a:rPr lang="en-US" sz="800" dirty="0">
                <a:solidFill>
                  <a:schemeClr val="tx1"/>
                </a:solidFill>
              </a:rPr>
              <a:t>COK 179327 </a:t>
            </a:r>
            <a:r>
              <a:rPr lang="en-US" sz="800" dirty="0" err="1">
                <a:solidFill>
                  <a:srgbClr val="0070C0"/>
                </a:solidFill>
              </a:rPr>
              <a:t>Z.Doshym</a:t>
            </a:r>
            <a:endParaRPr lang="en-US" sz="800" dirty="0">
              <a:solidFill>
                <a:srgbClr val="0070C0"/>
              </a:solidFill>
            </a:endParaRPr>
          </a:p>
          <a:p>
            <a:pPr algn="ctr"/>
            <a:r>
              <a:rPr lang="en-US" sz="800" dirty="0">
                <a:solidFill>
                  <a:schemeClr val="tx1"/>
                </a:solidFill>
              </a:rPr>
              <a:t>COK 179296 </a:t>
            </a:r>
            <a:r>
              <a:rPr lang="en-US" sz="800" dirty="0" err="1">
                <a:solidFill>
                  <a:srgbClr val="0070C0"/>
                </a:solidFill>
              </a:rPr>
              <a:t>A.Tyurebayeva</a:t>
            </a:r>
            <a:endParaRPr lang="en-US" sz="800" dirty="0">
              <a:solidFill>
                <a:srgbClr val="0070C0"/>
              </a:solidFill>
            </a:endParaRPr>
          </a:p>
          <a:p>
            <a:pPr algn="ctr"/>
            <a:r>
              <a:rPr lang="en-US" sz="800" dirty="0">
                <a:solidFill>
                  <a:schemeClr val="tx1"/>
                </a:solidFill>
              </a:rPr>
              <a:t>COK 179297 </a:t>
            </a:r>
            <a:r>
              <a:rPr lang="en-US" sz="800" dirty="0">
                <a:solidFill>
                  <a:srgbClr val="2ABDF2"/>
                </a:solidFill>
              </a:rPr>
              <a:t>Vacancy</a:t>
            </a:r>
          </a:p>
          <a:p>
            <a:pPr algn="ctr"/>
            <a:r>
              <a:rPr lang="en-US" sz="800" dirty="0">
                <a:solidFill>
                  <a:schemeClr val="tx1"/>
                </a:solidFill>
              </a:rPr>
              <a:t>COK 179328 </a:t>
            </a:r>
            <a:r>
              <a:rPr lang="en-US" sz="800" dirty="0" err="1">
                <a:solidFill>
                  <a:srgbClr val="0070C0"/>
                </a:solidFill>
              </a:rPr>
              <a:t>B.Magauina</a:t>
            </a:r>
            <a:endParaRPr lang="en-US" sz="800" dirty="0">
              <a:solidFill>
                <a:srgbClr val="0070C0"/>
              </a:solidFill>
            </a:endParaRPr>
          </a:p>
          <a:p>
            <a:pPr algn="ctr"/>
            <a:r>
              <a:rPr lang="en-US" sz="800" dirty="0">
                <a:solidFill>
                  <a:schemeClr val="tx1"/>
                </a:solidFill>
              </a:rPr>
              <a:t>COK 179323 </a:t>
            </a:r>
            <a:r>
              <a:rPr lang="en-US" sz="800" dirty="0" err="1">
                <a:solidFill>
                  <a:srgbClr val="0070C0"/>
                </a:solidFill>
              </a:rPr>
              <a:t>M.Ismailova</a:t>
            </a:r>
            <a:endParaRPr lang="en-US" sz="800" dirty="0">
              <a:solidFill>
                <a:srgbClr val="0070C0"/>
              </a:solidFill>
            </a:endParaRPr>
          </a:p>
        </p:txBody>
      </p:sp>
      <p:sp>
        <p:nvSpPr>
          <p:cNvPr id="44" name="Rectangle 43">
            <a:extLst>
              <a:ext uri="{FF2B5EF4-FFF2-40B4-BE49-F238E27FC236}">
                <a16:creationId xmlns:a16="http://schemas.microsoft.com/office/drawing/2014/main" id="{5F410F8C-02E8-FC86-A51E-71E88ED1C4E5}"/>
              </a:ext>
            </a:extLst>
          </p:cNvPr>
          <p:cNvSpPr/>
          <p:nvPr/>
        </p:nvSpPr>
        <p:spPr>
          <a:xfrm>
            <a:off x="3987801" y="5269855"/>
            <a:ext cx="1553947"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BT ROT 104244/109702</a:t>
            </a:r>
          </a:p>
          <a:p>
            <a:pPr algn="ctr"/>
            <a:r>
              <a:rPr lang="en-US" sz="800">
                <a:solidFill>
                  <a:srgbClr val="0070C0"/>
                </a:solidFill>
              </a:rPr>
              <a:t>R. Utegeno</a:t>
            </a:r>
            <a:r>
              <a:rPr lang="en-US" sz="800">
                <a:solidFill>
                  <a:srgbClr val="2ABDF2"/>
                </a:solidFill>
              </a:rPr>
              <a:t>v </a:t>
            </a:r>
            <a:r>
              <a:rPr lang="en-US" sz="800" dirty="0">
                <a:solidFill>
                  <a:srgbClr val="2ABDF2"/>
                </a:solidFill>
              </a:rPr>
              <a:t>/ </a:t>
            </a:r>
            <a:r>
              <a:rPr lang="en-US" sz="800" err="1">
                <a:solidFill>
                  <a:srgbClr val="0070C0"/>
                </a:solidFill>
              </a:rPr>
              <a:t>Zh</a:t>
            </a:r>
            <a:r>
              <a:rPr lang="en-US" sz="800">
                <a:solidFill>
                  <a:srgbClr val="0070C0"/>
                </a:solidFill>
              </a:rPr>
              <a:t>. Zhubanaliye</a:t>
            </a:r>
            <a:r>
              <a:rPr lang="en-US" sz="800">
                <a:solidFill>
                  <a:srgbClr val="2ABDF2"/>
                </a:solidFill>
              </a:rPr>
              <a:t>v</a:t>
            </a:r>
            <a:endParaRPr lang="en-US" sz="800" dirty="0">
              <a:solidFill>
                <a:srgbClr val="2ABDF2"/>
              </a:solidFill>
            </a:endParaRPr>
          </a:p>
          <a:p>
            <a:pPr algn="ctr"/>
            <a:endParaRPr lang="en-US" sz="800" b="1" dirty="0">
              <a:solidFill>
                <a:schemeClr val="tx1"/>
              </a:solidFill>
            </a:endParaRPr>
          </a:p>
        </p:txBody>
      </p:sp>
      <p:sp>
        <p:nvSpPr>
          <p:cNvPr id="46" name="Rectangle 45">
            <a:extLst>
              <a:ext uri="{FF2B5EF4-FFF2-40B4-BE49-F238E27FC236}">
                <a16:creationId xmlns:a16="http://schemas.microsoft.com/office/drawing/2014/main" id="{134B7E63-2052-3A91-7B8C-9DF87616F8CA}"/>
              </a:ext>
            </a:extLst>
          </p:cNvPr>
          <p:cNvSpPr/>
          <p:nvPr/>
        </p:nvSpPr>
        <p:spPr>
          <a:xfrm>
            <a:off x="6695027" y="2050508"/>
            <a:ext cx="1547932"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Supervisor </a:t>
            </a:r>
          </a:p>
          <a:p>
            <a:pPr algn="ctr"/>
            <a:r>
              <a:rPr lang="en-US" sz="800" dirty="0">
                <a:solidFill>
                  <a:schemeClr val="tx1"/>
                </a:solidFill>
              </a:rPr>
              <a:t>DHK EW ROT 105056/109703</a:t>
            </a:r>
          </a:p>
          <a:p>
            <a:pPr algn="ctr"/>
            <a:r>
              <a:rPr lang="en-US" sz="800" dirty="0" err="1">
                <a:solidFill>
                  <a:srgbClr val="0070C0"/>
                </a:solidFill>
              </a:rPr>
              <a:t>A.Shishkin</a:t>
            </a:r>
            <a:r>
              <a:rPr lang="en-US" sz="800" dirty="0">
                <a:solidFill>
                  <a:srgbClr val="2ABDF2"/>
                </a:solidFill>
              </a:rPr>
              <a:t>/</a:t>
            </a:r>
            <a:r>
              <a:rPr lang="en-US" sz="800" dirty="0" err="1">
                <a:solidFill>
                  <a:srgbClr val="0070C0"/>
                </a:solidFill>
              </a:rPr>
              <a:t>A.Kolhozov</a:t>
            </a:r>
            <a:endParaRPr lang="en-US" sz="800" dirty="0">
              <a:solidFill>
                <a:srgbClr val="0070C0"/>
              </a:solidFill>
            </a:endParaRPr>
          </a:p>
          <a:p>
            <a:pPr algn="ctr"/>
            <a:endParaRPr lang="en-US" sz="800" b="1" dirty="0">
              <a:solidFill>
                <a:schemeClr val="tx1"/>
              </a:solidFill>
            </a:endParaRPr>
          </a:p>
        </p:txBody>
      </p:sp>
      <p:sp>
        <p:nvSpPr>
          <p:cNvPr id="48" name="Rectangle 47">
            <a:extLst>
              <a:ext uri="{FF2B5EF4-FFF2-40B4-BE49-F238E27FC236}">
                <a16:creationId xmlns:a16="http://schemas.microsoft.com/office/drawing/2014/main" id="{05DFFDBB-188E-D0CD-192A-565F616224EE}"/>
              </a:ext>
            </a:extLst>
          </p:cNvPr>
          <p:cNvSpPr/>
          <p:nvPr/>
        </p:nvSpPr>
        <p:spPr>
          <a:xfrm>
            <a:off x="6695027" y="2789091"/>
            <a:ext cx="1547932" cy="681231"/>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Access Control Supervisor </a:t>
            </a:r>
          </a:p>
          <a:p>
            <a:pPr algn="ctr"/>
            <a:r>
              <a:rPr lang="en-US" sz="800" dirty="0">
                <a:solidFill>
                  <a:schemeClr val="tx1"/>
                </a:solidFill>
              </a:rPr>
              <a:t>DHK EW SHIFT 109700/104214</a:t>
            </a:r>
          </a:p>
          <a:p>
            <a:pPr algn="ctr"/>
            <a:r>
              <a:rPr lang="en-US" sz="800" dirty="0" err="1">
                <a:solidFill>
                  <a:srgbClr val="0070C0"/>
                </a:solidFill>
              </a:rPr>
              <a:t>Z.Sarsenova</a:t>
            </a:r>
            <a:r>
              <a:rPr lang="en-US" sz="800" dirty="0">
                <a:solidFill>
                  <a:srgbClr val="2ABDF2"/>
                </a:solidFill>
              </a:rPr>
              <a:t>/</a:t>
            </a:r>
            <a:r>
              <a:rPr lang="en-US" sz="800" dirty="0" err="1">
                <a:solidFill>
                  <a:srgbClr val="0070C0"/>
                </a:solidFill>
              </a:rPr>
              <a:t>K.Zhalgassova</a:t>
            </a:r>
            <a:endParaRPr lang="en-US" sz="800" dirty="0">
              <a:solidFill>
                <a:srgbClr val="0070C0"/>
              </a:solidFill>
            </a:endParaRPr>
          </a:p>
          <a:p>
            <a:pPr algn="ctr"/>
            <a:endParaRPr lang="en-US" sz="800" b="1" dirty="0">
              <a:solidFill>
                <a:schemeClr val="tx1"/>
              </a:solidFill>
            </a:endParaRPr>
          </a:p>
        </p:txBody>
      </p:sp>
      <p:sp>
        <p:nvSpPr>
          <p:cNvPr id="49" name="Rectangle 48">
            <a:extLst>
              <a:ext uri="{FF2B5EF4-FFF2-40B4-BE49-F238E27FC236}">
                <a16:creationId xmlns:a16="http://schemas.microsoft.com/office/drawing/2014/main" id="{4C9DB6ED-B83C-3935-19F1-85C9591434B2}"/>
              </a:ext>
            </a:extLst>
          </p:cNvPr>
          <p:cNvSpPr/>
          <p:nvPr/>
        </p:nvSpPr>
        <p:spPr>
          <a:xfrm>
            <a:off x="6868492" y="3651747"/>
            <a:ext cx="1547932" cy="1138874"/>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Access Control Officer EW SHIFT</a:t>
            </a:r>
          </a:p>
          <a:p>
            <a:pPr algn="ctr"/>
            <a:r>
              <a:rPr lang="en-US" sz="800" dirty="0">
                <a:solidFill>
                  <a:schemeClr val="tx1"/>
                </a:solidFill>
              </a:rPr>
              <a:t>179286-Vacancy</a:t>
            </a:r>
          </a:p>
          <a:p>
            <a:pPr algn="ctr"/>
            <a:r>
              <a:rPr lang="en-US" sz="800" dirty="0">
                <a:solidFill>
                  <a:schemeClr val="tx1"/>
                </a:solidFill>
              </a:rPr>
              <a:t>179287-Vacancy</a:t>
            </a:r>
          </a:p>
          <a:p>
            <a:pPr algn="ctr"/>
            <a:r>
              <a:rPr lang="en-US" sz="800" dirty="0">
                <a:solidFill>
                  <a:schemeClr val="tx1"/>
                </a:solidFill>
              </a:rPr>
              <a:t>COK 104314 </a:t>
            </a:r>
            <a:r>
              <a:rPr lang="en-US" sz="800" dirty="0" err="1">
                <a:solidFill>
                  <a:srgbClr val="0070C0"/>
                </a:solidFill>
              </a:rPr>
              <a:t>G.Beibitova</a:t>
            </a:r>
            <a:endParaRPr lang="en-US" sz="800" dirty="0">
              <a:solidFill>
                <a:srgbClr val="0070C0"/>
              </a:solidFill>
            </a:endParaRPr>
          </a:p>
          <a:p>
            <a:pPr algn="ctr"/>
            <a:r>
              <a:rPr lang="en-US" sz="800" dirty="0">
                <a:solidFill>
                  <a:schemeClr val="tx1"/>
                </a:solidFill>
              </a:rPr>
              <a:t>COK 179288 </a:t>
            </a:r>
            <a:r>
              <a:rPr lang="en-US" sz="800" dirty="0" err="1">
                <a:solidFill>
                  <a:srgbClr val="0070C0"/>
                </a:solidFill>
              </a:rPr>
              <a:t>R.Asabayeva</a:t>
            </a:r>
            <a:endParaRPr lang="en-US" sz="800" dirty="0">
              <a:solidFill>
                <a:srgbClr val="0070C0"/>
              </a:solidFill>
            </a:endParaRPr>
          </a:p>
          <a:p>
            <a:pPr algn="ctr"/>
            <a:r>
              <a:rPr lang="en-US" sz="800" dirty="0">
                <a:solidFill>
                  <a:schemeClr val="tx1"/>
                </a:solidFill>
              </a:rPr>
              <a:t>COK 179289 </a:t>
            </a:r>
            <a:r>
              <a:rPr lang="en-US" sz="800" dirty="0" err="1">
                <a:solidFill>
                  <a:srgbClr val="0070C0"/>
                </a:solidFill>
              </a:rPr>
              <a:t>A.Ismagulova</a:t>
            </a:r>
            <a:endParaRPr lang="en-US" sz="800" dirty="0">
              <a:solidFill>
                <a:srgbClr val="0070C0"/>
              </a:solidFill>
            </a:endParaRPr>
          </a:p>
          <a:p>
            <a:pPr algn="ctr"/>
            <a:r>
              <a:rPr lang="en-US" sz="800" dirty="0">
                <a:solidFill>
                  <a:schemeClr val="tx1"/>
                </a:solidFill>
              </a:rPr>
              <a:t>COK 179291 </a:t>
            </a:r>
            <a:r>
              <a:rPr lang="en-US" sz="800" dirty="0" err="1">
                <a:solidFill>
                  <a:srgbClr val="0070C0"/>
                </a:solidFill>
              </a:rPr>
              <a:t>M.Imasheva</a:t>
            </a:r>
            <a:endParaRPr lang="en-US" sz="800" dirty="0">
              <a:solidFill>
                <a:srgbClr val="0070C0"/>
              </a:solidFill>
            </a:endParaRPr>
          </a:p>
          <a:p>
            <a:pPr algn="ctr"/>
            <a:r>
              <a:rPr lang="en-US" sz="800" dirty="0">
                <a:solidFill>
                  <a:schemeClr val="tx1"/>
                </a:solidFill>
              </a:rPr>
              <a:t>DHK 105064 </a:t>
            </a:r>
            <a:r>
              <a:rPr lang="en-US" sz="800" dirty="0" err="1">
                <a:solidFill>
                  <a:srgbClr val="0070C0"/>
                </a:solidFill>
              </a:rPr>
              <a:t>A.Jumasheva</a:t>
            </a:r>
            <a:endParaRPr lang="en-US" sz="800" dirty="0">
              <a:solidFill>
                <a:srgbClr val="0070C0"/>
              </a:solidFill>
            </a:endParaRPr>
          </a:p>
          <a:p>
            <a:pPr algn="ctr"/>
            <a:r>
              <a:rPr lang="en-US" sz="800" dirty="0">
                <a:solidFill>
                  <a:schemeClr val="tx1"/>
                </a:solidFill>
              </a:rPr>
              <a:t> </a:t>
            </a:r>
          </a:p>
        </p:txBody>
      </p:sp>
      <p:sp>
        <p:nvSpPr>
          <p:cNvPr id="51" name="Rectangle 50">
            <a:extLst>
              <a:ext uri="{FF2B5EF4-FFF2-40B4-BE49-F238E27FC236}">
                <a16:creationId xmlns:a16="http://schemas.microsoft.com/office/drawing/2014/main" id="{54AF4370-5B31-D38B-9046-B1DE47E66A43}"/>
              </a:ext>
            </a:extLst>
          </p:cNvPr>
          <p:cNvSpPr/>
          <p:nvPr/>
        </p:nvSpPr>
        <p:spPr>
          <a:xfrm>
            <a:off x="6868492" y="4900857"/>
            <a:ext cx="1752568" cy="550512"/>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Support Administrator DHK/COK EW SHIFT 104384/179280</a:t>
            </a:r>
          </a:p>
          <a:p>
            <a:pPr algn="ctr"/>
            <a:r>
              <a:rPr lang="en-US" sz="800" dirty="0" err="1">
                <a:solidFill>
                  <a:srgbClr val="0070C0"/>
                </a:solidFill>
              </a:rPr>
              <a:t>K.Novokovskaya</a:t>
            </a:r>
            <a:r>
              <a:rPr lang="en-US" sz="800" dirty="0">
                <a:solidFill>
                  <a:schemeClr val="tx1"/>
                </a:solidFill>
              </a:rPr>
              <a:t>/</a:t>
            </a:r>
            <a:r>
              <a:rPr lang="en-US" sz="800" dirty="0" err="1">
                <a:solidFill>
                  <a:srgbClr val="0070C0"/>
                </a:solidFill>
              </a:rPr>
              <a:t>A.Adayeva</a:t>
            </a:r>
            <a:endParaRPr lang="en-US" sz="800" dirty="0">
              <a:solidFill>
                <a:srgbClr val="0070C0"/>
              </a:solidFill>
            </a:endParaRPr>
          </a:p>
        </p:txBody>
      </p:sp>
      <p:sp>
        <p:nvSpPr>
          <p:cNvPr id="52" name="Rectangle 51">
            <a:extLst>
              <a:ext uri="{FF2B5EF4-FFF2-40B4-BE49-F238E27FC236}">
                <a16:creationId xmlns:a16="http://schemas.microsoft.com/office/drawing/2014/main" id="{C6DC1D50-3079-C193-8D79-021FFD744F23}"/>
              </a:ext>
            </a:extLst>
          </p:cNvPr>
          <p:cNvSpPr/>
          <p:nvPr/>
        </p:nvSpPr>
        <p:spPr>
          <a:xfrm>
            <a:off x="8990425" y="3793652"/>
            <a:ext cx="1383203" cy="679735"/>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800" dirty="0">
                <a:solidFill>
                  <a:schemeClr val="tx1"/>
                </a:solidFill>
              </a:rPr>
              <a:t>Security Advisor (Investigations, Inspections, Audits) </a:t>
            </a:r>
          </a:p>
          <a:p>
            <a:pPr algn="ctr"/>
            <a:r>
              <a:rPr lang="en-US" sz="800" dirty="0">
                <a:solidFill>
                  <a:schemeClr val="tx1"/>
                </a:solidFill>
              </a:rPr>
              <a:t>DHK AT OFFC 105055 </a:t>
            </a:r>
            <a:r>
              <a:rPr lang="en-US" sz="800" dirty="0" err="1">
                <a:solidFill>
                  <a:srgbClr val="0070C0"/>
                </a:solidFill>
              </a:rPr>
              <a:t>T.Jumaliyev</a:t>
            </a:r>
            <a:endParaRPr lang="en-US" sz="800" dirty="0">
              <a:solidFill>
                <a:srgbClr val="0070C0"/>
              </a:solidFill>
            </a:endParaRPr>
          </a:p>
        </p:txBody>
      </p:sp>
      <p:cxnSp>
        <p:nvCxnSpPr>
          <p:cNvPr id="53" name="Straight Connector 27">
            <a:extLst>
              <a:ext uri="{FF2B5EF4-FFF2-40B4-BE49-F238E27FC236}">
                <a16:creationId xmlns:a16="http://schemas.microsoft.com/office/drawing/2014/main" id="{BB2E6823-0CF2-8F77-2E80-3A7363376508}"/>
              </a:ext>
            </a:extLst>
          </p:cNvPr>
          <p:cNvCxnSpPr>
            <a:cxnSpLocks/>
            <a:stCxn id="12" idx="0"/>
            <a:endCxn id="160" idx="2"/>
          </p:cNvCxnSpPr>
          <p:nvPr/>
        </p:nvCxnSpPr>
        <p:spPr>
          <a:xfrm rot="5400000" flipH="1" flipV="1">
            <a:off x="3582009" y="-572681"/>
            <a:ext cx="240121" cy="354731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5" name="Straight Connector 27">
            <a:extLst>
              <a:ext uri="{FF2B5EF4-FFF2-40B4-BE49-F238E27FC236}">
                <a16:creationId xmlns:a16="http://schemas.microsoft.com/office/drawing/2014/main" id="{12400FD9-F361-1604-71D8-8CD78F61719E}"/>
              </a:ext>
            </a:extLst>
          </p:cNvPr>
          <p:cNvCxnSpPr>
            <a:cxnSpLocks/>
            <a:stCxn id="81" idx="0"/>
            <a:endCxn id="160" idx="2"/>
          </p:cNvCxnSpPr>
          <p:nvPr/>
        </p:nvCxnSpPr>
        <p:spPr>
          <a:xfrm rot="5400000" flipH="1" flipV="1">
            <a:off x="5090719" y="927884"/>
            <a:ext cx="231976" cy="538035"/>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9" name="Straight Connector 27">
            <a:extLst>
              <a:ext uri="{FF2B5EF4-FFF2-40B4-BE49-F238E27FC236}">
                <a16:creationId xmlns:a16="http://schemas.microsoft.com/office/drawing/2014/main" id="{ADC429D1-CEB9-E6CD-0A32-92236B9166A7}"/>
              </a:ext>
            </a:extLst>
          </p:cNvPr>
          <p:cNvCxnSpPr>
            <a:cxnSpLocks/>
            <a:stCxn id="8" idx="0"/>
            <a:endCxn id="160" idx="2"/>
          </p:cNvCxnSpPr>
          <p:nvPr/>
        </p:nvCxnSpPr>
        <p:spPr>
          <a:xfrm rot="16200000" flipV="1">
            <a:off x="6305212" y="251426"/>
            <a:ext cx="231976" cy="189095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72" name="Straight Connector 27">
            <a:extLst>
              <a:ext uri="{FF2B5EF4-FFF2-40B4-BE49-F238E27FC236}">
                <a16:creationId xmlns:a16="http://schemas.microsoft.com/office/drawing/2014/main" id="{5D0BF650-3F90-13B3-F81B-FD9D2B708DD1}"/>
              </a:ext>
            </a:extLst>
          </p:cNvPr>
          <p:cNvCxnSpPr>
            <a:cxnSpLocks/>
            <a:stCxn id="10" idx="0"/>
            <a:endCxn id="160" idx="2"/>
          </p:cNvCxnSpPr>
          <p:nvPr/>
        </p:nvCxnSpPr>
        <p:spPr>
          <a:xfrm rot="16200000" flipV="1">
            <a:off x="7370547" y="-813909"/>
            <a:ext cx="231976" cy="4021619"/>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76" name="Straight Connector 27">
            <a:extLst>
              <a:ext uri="{FF2B5EF4-FFF2-40B4-BE49-F238E27FC236}">
                <a16:creationId xmlns:a16="http://schemas.microsoft.com/office/drawing/2014/main" id="{04583C58-47B2-E5CF-2765-8D1A8CA7E9AF}"/>
              </a:ext>
            </a:extLst>
          </p:cNvPr>
          <p:cNvCxnSpPr>
            <a:cxnSpLocks/>
            <a:stCxn id="52" idx="3"/>
            <a:endCxn id="160" idx="3"/>
          </p:cNvCxnSpPr>
          <p:nvPr/>
        </p:nvCxnSpPr>
        <p:spPr>
          <a:xfrm flipH="1" flipV="1">
            <a:off x="6476758" y="805657"/>
            <a:ext cx="3896870" cy="3327863"/>
          </a:xfrm>
          <a:prstGeom prst="bentConnector3">
            <a:avLst>
              <a:gd name="adj1" fmla="val -5866"/>
            </a:avLst>
          </a:prstGeom>
        </p:spPr>
        <p:style>
          <a:lnRef idx="2">
            <a:schemeClr val="accent1"/>
          </a:lnRef>
          <a:fillRef idx="0">
            <a:schemeClr val="accent1"/>
          </a:fillRef>
          <a:effectRef idx="1">
            <a:schemeClr val="accent1"/>
          </a:effectRef>
          <a:fontRef idx="minor">
            <a:schemeClr val="tx1"/>
          </a:fontRef>
        </p:style>
      </p:cxnSp>
      <p:cxnSp>
        <p:nvCxnSpPr>
          <p:cNvPr id="79" name="Straight Connector 27">
            <a:extLst>
              <a:ext uri="{FF2B5EF4-FFF2-40B4-BE49-F238E27FC236}">
                <a16:creationId xmlns:a16="http://schemas.microsoft.com/office/drawing/2014/main" id="{F0FE83B0-331C-BCCD-1683-143114267BA1}"/>
              </a:ext>
            </a:extLst>
          </p:cNvPr>
          <p:cNvCxnSpPr>
            <a:cxnSpLocks/>
            <a:endCxn id="15" idx="1"/>
          </p:cNvCxnSpPr>
          <p:nvPr/>
        </p:nvCxnSpPr>
        <p:spPr>
          <a:xfrm rot="16200000" flipH="1">
            <a:off x="1786450" y="2232586"/>
            <a:ext cx="533426" cy="2494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89" name="Straight Connector 27">
            <a:extLst>
              <a:ext uri="{FF2B5EF4-FFF2-40B4-BE49-F238E27FC236}">
                <a16:creationId xmlns:a16="http://schemas.microsoft.com/office/drawing/2014/main" id="{03366591-590F-18A9-6533-2F38E672BD17}"/>
              </a:ext>
            </a:extLst>
          </p:cNvPr>
          <p:cNvCxnSpPr>
            <a:cxnSpLocks/>
            <a:endCxn id="26" idx="3"/>
          </p:cNvCxnSpPr>
          <p:nvPr/>
        </p:nvCxnSpPr>
        <p:spPr>
          <a:xfrm rot="5400000">
            <a:off x="1491963" y="2187597"/>
            <a:ext cx="533426" cy="33947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2" name="Straight Connector 27">
            <a:extLst>
              <a:ext uri="{FF2B5EF4-FFF2-40B4-BE49-F238E27FC236}">
                <a16:creationId xmlns:a16="http://schemas.microsoft.com/office/drawing/2014/main" id="{24E5AB28-28AF-8618-14E7-FA315D420654}"/>
              </a:ext>
            </a:extLst>
          </p:cNvPr>
          <p:cNvCxnSpPr>
            <a:cxnSpLocks/>
            <a:endCxn id="23" idx="1"/>
          </p:cNvCxnSpPr>
          <p:nvPr/>
        </p:nvCxnSpPr>
        <p:spPr>
          <a:xfrm rot="16200000" flipH="1">
            <a:off x="1341207" y="2677829"/>
            <a:ext cx="1414117" cy="239702"/>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5" name="Straight Connector 27">
            <a:extLst>
              <a:ext uri="{FF2B5EF4-FFF2-40B4-BE49-F238E27FC236}">
                <a16:creationId xmlns:a16="http://schemas.microsoft.com/office/drawing/2014/main" id="{4F955D1A-5E28-514F-4516-0FFF3E38930D}"/>
              </a:ext>
            </a:extLst>
          </p:cNvPr>
          <p:cNvCxnSpPr>
            <a:cxnSpLocks/>
          </p:cNvCxnSpPr>
          <p:nvPr/>
        </p:nvCxnSpPr>
        <p:spPr>
          <a:xfrm rot="5400000">
            <a:off x="1021888" y="2670144"/>
            <a:ext cx="1486048" cy="327005"/>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08" name="Straight Connector 27">
            <a:extLst>
              <a:ext uri="{FF2B5EF4-FFF2-40B4-BE49-F238E27FC236}">
                <a16:creationId xmlns:a16="http://schemas.microsoft.com/office/drawing/2014/main" id="{C4CC3527-37C4-F601-FDA3-DD5AF60D1787}"/>
              </a:ext>
            </a:extLst>
          </p:cNvPr>
          <p:cNvCxnSpPr>
            <a:cxnSpLocks/>
            <a:endCxn id="39" idx="3"/>
          </p:cNvCxnSpPr>
          <p:nvPr/>
        </p:nvCxnSpPr>
        <p:spPr>
          <a:xfrm rot="5400000">
            <a:off x="5503897" y="2008709"/>
            <a:ext cx="381123" cy="10679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16" name="Straight Connector 27">
            <a:extLst>
              <a:ext uri="{FF2B5EF4-FFF2-40B4-BE49-F238E27FC236}">
                <a16:creationId xmlns:a16="http://schemas.microsoft.com/office/drawing/2014/main" id="{2AE8B55C-FFA5-A733-E127-E08066237A2D}"/>
              </a:ext>
            </a:extLst>
          </p:cNvPr>
          <p:cNvCxnSpPr>
            <a:cxnSpLocks/>
            <a:endCxn id="40" idx="3"/>
          </p:cNvCxnSpPr>
          <p:nvPr/>
        </p:nvCxnSpPr>
        <p:spPr>
          <a:xfrm rot="5400000">
            <a:off x="5227526" y="2678979"/>
            <a:ext cx="529143" cy="99320"/>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4" name="Straight Connector 27">
            <a:extLst>
              <a:ext uri="{FF2B5EF4-FFF2-40B4-BE49-F238E27FC236}">
                <a16:creationId xmlns:a16="http://schemas.microsoft.com/office/drawing/2014/main" id="{56494FB4-2F1B-A760-F70C-2C200EC641F7}"/>
              </a:ext>
            </a:extLst>
          </p:cNvPr>
          <p:cNvCxnSpPr>
            <a:cxnSpLocks/>
          </p:cNvCxnSpPr>
          <p:nvPr/>
        </p:nvCxnSpPr>
        <p:spPr>
          <a:xfrm rot="5400000">
            <a:off x="4841308" y="2867539"/>
            <a:ext cx="1598434" cy="21548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27" name="Straight Connector 27">
            <a:extLst>
              <a:ext uri="{FF2B5EF4-FFF2-40B4-BE49-F238E27FC236}">
                <a16:creationId xmlns:a16="http://schemas.microsoft.com/office/drawing/2014/main" id="{33F5AAB2-C4CF-B79A-5E3B-94503C4F9E60}"/>
              </a:ext>
            </a:extLst>
          </p:cNvPr>
          <p:cNvCxnSpPr>
            <a:cxnSpLocks/>
          </p:cNvCxnSpPr>
          <p:nvPr/>
        </p:nvCxnSpPr>
        <p:spPr>
          <a:xfrm rot="5400000">
            <a:off x="5114563" y="4386593"/>
            <a:ext cx="709355" cy="53606"/>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0" name="Straight Connector 27">
            <a:extLst>
              <a:ext uri="{FF2B5EF4-FFF2-40B4-BE49-F238E27FC236}">
                <a16:creationId xmlns:a16="http://schemas.microsoft.com/office/drawing/2014/main" id="{A3E593FA-297D-E16E-D48B-157FAA4408BF}"/>
              </a:ext>
            </a:extLst>
          </p:cNvPr>
          <p:cNvCxnSpPr>
            <a:cxnSpLocks/>
          </p:cNvCxnSpPr>
          <p:nvPr/>
        </p:nvCxnSpPr>
        <p:spPr>
          <a:xfrm rot="5400000">
            <a:off x="4649295" y="4446140"/>
            <a:ext cx="1982460" cy="21548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2" name="Straight Connector 27">
            <a:extLst>
              <a:ext uri="{FF2B5EF4-FFF2-40B4-BE49-F238E27FC236}">
                <a16:creationId xmlns:a16="http://schemas.microsoft.com/office/drawing/2014/main" id="{DC195F8A-C217-F122-B013-9DEDB7FDEBAE}"/>
              </a:ext>
            </a:extLst>
          </p:cNvPr>
          <p:cNvCxnSpPr>
            <a:cxnSpLocks/>
            <a:endCxn id="46" idx="1"/>
          </p:cNvCxnSpPr>
          <p:nvPr/>
        </p:nvCxnSpPr>
        <p:spPr>
          <a:xfrm rot="16200000" flipH="1">
            <a:off x="6401124" y="2031861"/>
            <a:ext cx="454218" cy="13358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5" name="Straight Connector 27">
            <a:extLst>
              <a:ext uri="{FF2B5EF4-FFF2-40B4-BE49-F238E27FC236}">
                <a16:creationId xmlns:a16="http://schemas.microsoft.com/office/drawing/2014/main" id="{4ECBBD38-32ED-9CEE-E8BB-63100B931449}"/>
              </a:ext>
            </a:extLst>
          </p:cNvPr>
          <p:cNvCxnSpPr>
            <a:cxnSpLocks/>
            <a:endCxn id="48" idx="1"/>
          </p:cNvCxnSpPr>
          <p:nvPr/>
        </p:nvCxnSpPr>
        <p:spPr>
          <a:xfrm rot="16200000" flipH="1">
            <a:off x="6173548" y="2608228"/>
            <a:ext cx="909370" cy="13358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38" name="Straight Connector 27">
            <a:extLst>
              <a:ext uri="{FF2B5EF4-FFF2-40B4-BE49-F238E27FC236}">
                <a16:creationId xmlns:a16="http://schemas.microsoft.com/office/drawing/2014/main" id="{78AC7219-9759-E4AC-D7DA-D88C08EAF033}"/>
              </a:ext>
            </a:extLst>
          </p:cNvPr>
          <p:cNvCxnSpPr>
            <a:cxnSpLocks/>
            <a:endCxn id="49" idx="1"/>
          </p:cNvCxnSpPr>
          <p:nvPr/>
        </p:nvCxnSpPr>
        <p:spPr>
          <a:xfrm rot="16200000" flipH="1">
            <a:off x="6437948" y="3790640"/>
            <a:ext cx="750860" cy="11022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1" name="Straight Connector 27">
            <a:extLst>
              <a:ext uri="{FF2B5EF4-FFF2-40B4-BE49-F238E27FC236}">
                <a16:creationId xmlns:a16="http://schemas.microsoft.com/office/drawing/2014/main" id="{832EA709-37F4-FEA6-7251-E8090D170F95}"/>
              </a:ext>
            </a:extLst>
          </p:cNvPr>
          <p:cNvCxnSpPr>
            <a:cxnSpLocks/>
            <a:endCxn id="51" idx="1"/>
          </p:cNvCxnSpPr>
          <p:nvPr/>
        </p:nvCxnSpPr>
        <p:spPr>
          <a:xfrm rot="16200000" flipH="1">
            <a:off x="6347200" y="4654821"/>
            <a:ext cx="932356" cy="110227"/>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4" name="Straight Connector 27">
            <a:extLst>
              <a:ext uri="{FF2B5EF4-FFF2-40B4-BE49-F238E27FC236}">
                <a16:creationId xmlns:a16="http://schemas.microsoft.com/office/drawing/2014/main" id="{CAB8E0F4-3091-49EE-6CF8-2A80DE01ACB4}"/>
              </a:ext>
            </a:extLst>
          </p:cNvPr>
          <p:cNvCxnSpPr>
            <a:cxnSpLocks/>
            <a:endCxn id="210" idx="1"/>
          </p:cNvCxnSpPr>
          <p:nvPr/>
        </p:nvCxnSpPr>
        <p:spPr>
          <a:xfrm rot="16200000" flipH="1">
            <a:off x="8696480" y="2006004"/>
            <a:ext cx="426362" cy="161528"/>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47" name="Straight Connector 27">
            <a:extLst>
              <a:ext uri="{FF2B5EF4-FFF2-40B4-BE49-F238E27FC236}">
                <a16:creationId xmlns:a16="http://schemas.microsoft.com/office/drawing/2014/main" id="{0AF4EA0F-D3EF-791D-A84E-B23AA2D7AFFB}"/>
              </a:ext>
            </a:extLst>
          </p:cNvPr>
          <p:cNvCxnSpPr>
            <a:cxnSpLocks/>
            <a:endCxn id="14" idx="1"/>
          </p:cNvCxnSpPr>
          <p:nvPr/>
        </p:nvCxnSpPr>
        <p:spPr>
          <a:xfrm rot="16200000" flipH="1">
            <a:off x="8528019" y="2554232"/>
            <a:ext cx="763284" cy="161528"/>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92845"/>
      </p:ext>
    </p:extLst>
  </p:cSld>
  <p:clrMapOvr>
    <a:masterClrMapping/>
  </p:clrMapOvr>
</p:sld>
</file>

<file path=ppt/theme/theme1.xml><?xml version="1.0" encoding="utf-8"?>
<a:theme xmlns:a="http://schemas.openxmlformats.org/drawingml/2006/main" name="2_NCOC Template">
  <a:themeElements>
    <a:clrScheme name="NCOC Template">
      <a:dk1>
        <a:sysClr val="windowText" lastClr="000000"/>
      </a:dk1>
      <a:lt1>
        <a:sysClr val="window" lastClr="FFFFFF"/>
      </a:lt1>
      <a:dk2>
        <a:srgbClr val="1F497D"/>
      </a:dk2>
      <a:lt2>
        <a:srgbClr val="EEECE1"/>
      </a:lt2>
      <a:accent1>
        <a:srgbClr val="008BCB"/>
      </a:accent1>
      <a:accent2>
        <a:srgbClr val="FDC600"/>
      </a:accent2>
      <a:accent3>
        <a:srgbClr val="575756"/>
      </a:accent3>
      <a:accent4>
        <a:srgbClr val="8064A2"/>
      </a:accent4>
      <a:accent5>
        <a:srgbClr val="4BACC6"/>
      </a:accent5>
      <a:accent6>
        <a:srgbClr val="F79646"/>
      </a:accent6>
      <a:hlink>
        <a:srgbClr val="008FD1"/>
      </a:hlink>
      <a:folHlink>
        <a:srgbClr val="800080"/>
      </a:folHlink>
    </a:clrScheme>
    <a:fontScheme name="NCOC Templat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OC_Presentation template_FINAL INTERNAL.pptx" id="{3FFCA79B-523E-477A-9461-5C424786D3FB}" vid="{363998E6-83F6-4B7B-8600-3EFFA2B569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0EED305D182F45849F8A3A9854EBA3" ma:contentTypeVersion="5" ma:contentTypeDescription="Create a new document." ma:contentTypeScope="" ma:versionID="cb65ba2f1ee67cc46ad8d0ef9c8b8fa5">
  <xsd:schema xmlns:xsd="http://www.w3.org/2001/XMLSchema" xmlns:xs="http://www.w3.org/2001/XMLSchema" xmlns:p="http://schemas.microsoft.com/office/2006/metadata/properties" xmlns:ns3="06041c2f-8daa-46cd-b1d1-5aab0cf4f768" targetNamespace="http://schemas.microsoft.com/office/2006/metadata/properties" ma:root="true" ma:fieldsID="aeec6dd5dff86344e7a574f02595b4d7" ns3:_="">
    <xsd:import namespace="06041c2f-8daa-46cd-b1d1-5aab0cf4f76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041c2f-8daa-46cd-b1d1-5aab0cf4f76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06041c2f-8daa-46cd-b1d1-5aab0cf4f76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05AEFB-5AB6-42D8-BB62-61CFFBD7C6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041c2f-8daa-46cd-b1d1-5aab0cf4f7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040FF51-9CD7-41D8-B7F7-3EE043C81F7A}">
  <ds:schemaRefs>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http://purl.org/dc/terms/"/>
    <ds:schemaRef ds:uri="http://schemas.openxmlformats.org/package/2006/metadata/core-properties"/>
    <ds:schemaRef ds:uri="06041c2f-8daa-46cd-b1d1-5aab0cf4f768"/>
    <ds:schemaRef ds:uri="http://schemas.microsoft.com/office/2006/metadata/properties"/>
  </ds:schemaRefs>
</ds:datastoreItem>
</file>

<file path=customXml/itemProps3.xml><?xml version="1.0" encoding="utf-8"?>
<ds:datastoreItem xmlns:ds="http://schemas.openxmlformats.org/officeDocument/2006/customXml" ds:itemID="{11420F6D-6B73-4B83-8B0D-D3361814E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5154</TotalTime>
  <Words>2031</Words>
  <Application>Microsoft Office PowerPoint</Application>
  <PresentationFormat>Широкоэкранный</PresentationFormat>
  <Paragraphs>414</Paragraphs>
  <Slides>6</Slides>
  <Notes>5</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6</vt:i4>
      </vt:variant>
    </vt:vector>
  </HeadingPairs>
  <TitlesOfParts>
    <vt:vector size="12" baseType="lpstr">
      <vt:lpstr>Aptos</vt:lpstr>
      <vt:lpstr>Arial</vt:lpstr>
      <vt:lpstr>Segoe UI</vt:lpstr>
      <vt:lpstr>Segoe UI Black</vt:lpstr>
      <vt:lpstr>Times New Roman</vt:lpstr>
      <vt:lpstr>2_NCOC Template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Bimurzina, Aigerim (EXT) [AT]</dc:creator>
  <cp:lastModifiedBy>Daniyar ⠀</cp:lastModifiedBy>
  <cp:revision>83</cp:revision>
  <dcterms:created xsi:type="dcterms:W3CDTF">2025-06-18T11:02:17Z</dcterms:created>
  <dcterms:modified xsi:type="dcterms:W3CDTF">2026-02-07T10:11:25Z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d13b463-13fe-4d23-bee6-0f248aba936e_Enabled">
    <vt:lpwstr>true</vt:lpwstr>
  </property>
  <property fmtid="{D5CDD505-2E9C-101B-9397-08002B2CF9AE}" pid="3" name="MSIP_Label_8d13b463-13fe-4d23-bee6-0f248aba936e_SetDate">
    <vt:lpwstr>2025-06-18T11:05:56Z</vt:lpwstr>
  </property>
  <property fmtid="{D5CDD505-2E9C-101B-9397-08002B2CF9AE}" pid="4" name="MSIP_Label_8d13b463-13fe-4d23-bee6-0f248aba936e_Method">
    <vt:lpwstr>Standard</vt:lpwstr>
  </property>
  <property fmtid="{D5CDD505-2E9C-101B-9397-08002B2CF9AE}" pid="5" name="MSIP_Label_8d13b463-13fe-4d23-bee6-0f248aba936e_Name">
    <vt:lpwstr>Internal</vt:lpwstr>
  </property>
  <property fmtid="{D5CDD505-2E9C-101B-9397-08002B2CF9AE}" pid="6" name="MSIP_Label_8d13b463-13fe-4d23-bee6-0f248aba936e_SiteId">
    <vt:lpwstr>eeb11a4c-615f-4481-b09f-327260659e37</vt:lpwstr>
  </property>
  <property fmtid="{D5CDD505-2E9C-101B-9397-08002B2CF9AE}" pid="7" name="MSIP_Label_8d13b463-13fe-4d23-bee6-0f248aba936e_ActionId">
    <vt:lpwstr>9454b50a-1e26-4dd4-b420-c43cc49cbe9e</vt:lpwstr>
  </property>
  <property fmtid="{D5CDD505-2E9C-101B-9397-08002B2CF9AE}" pid="8" name="MSIP_Label_8d13b463-13fe-4d23-bee6-0f248aba936e_ContentBits">
    <vt:lpwstr>0</vt:lpwstr>
  </property>
  <property fmtid="{D5CDD505-2E9C-101B-9397-08002B2CF9AE}" pid="9" name="ContentTypeId">
    <vt:lpwstr>0x010100A90EED305D182F45849F8A3A9854EBA3</vt:lpwstr>
  </property>
</Properties>
</file>